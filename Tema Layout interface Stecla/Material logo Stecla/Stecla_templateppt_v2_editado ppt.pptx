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sldIdLst>
    <p:sldId id="256" r:id="rId5"/>
    <p:sldId id="268" r:id="rId6"/>
    <p:sldId id="269" r:id="rId7"/>
    <p:sldId id="270" r:id="rId8"/>
    <p:sldId id="275" r:id="rId9"/>
    <p:sldId id="274" r:id="rId10"/>
    <p:sldId id="271" r:id="rId11"/>
    <p:sldId id="276" r:id="rId12"/>
    <p:sldId id="277" r:id="rId13"/>
    <p:sldId id="267" r:id="rId14"/>
    <p:sldId id="272" r:id="rId15"/>
    <p:sldId id="273" r:id="rId16"/>
  </p:sldIdLst>
  <p:sldSz cx="20104100" cy="11309350"/>
  <p:notesSz cx="20104100" cy="1130935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Lucida Sans Unicode" panose="020B0602030504020204" pitchFamily="34" charset="0"/>
      <p:regular r:id="rId21"/>
    </p:embeddedFont>
    <p:embeddedFont>
      <p:font typeface="Poppins" panose="00000800000000000000" pitchFamily="50" charset="0"/>
      <p:regular r:id="rId22"/>
      <p:bold r:id="rId23"/>
      <p:italic r:id="rId24"/>
      <p:boldItalic r:id="rId25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26" userDrawn="1">
          <p15:clr>
            <a:srgbClr val="A4A3A4"/>
          </p15:clr>
        </p15:guide>
        <p15:guide id="2" pos="81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54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3"/>
    <p:restoredTop sz="94649"/>
  </p:normalViewPr>
  <p:slideViewPr>
    <p:cSldViewPr>
      <p:cViewPr varScale="1">
        <p:scale>
          <a:sx n="49" d="100"/>
          <a:sy n="49" d="100"/>
        </p:scale>
        <p:origin x="768" y="86"/>
      </p:cViewPr>
      <p:guideLst>
        <p:guide orient="horz" pos="826"/>
        <p:guide pos="815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4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8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7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67BD7964-477F-1528-10B7-F654FFA04D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"/>
            <a:ext cx="20104100" cy="11308554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142FC38F-705C-BE70-9227-A1FF1EDC4D1F}"/>
              </a:ext>
            </a:extLst>
          </p:cNvPr>
          <p:cNvSpPr/>
          <p:nvPr userDrawn="1"/>
        </p:nvSpPr>
        <p:spPr>
          <a:xfrm>
            <a:off x="0" y="11130550"/>
            <a:ext cx="20104100" cy="178435"/>
          </a:xfrm>
          <a:custGeom>
            <a:avLst/>
            <a:gdLst/>
            <a:ahLst/>
            <a:cxnLst/>
            <a:rect l="l" t="t" r="r" b="b"/>
            <a:pathLst>
              <a:path w="20104100" h="178434">
                <a:moveTo>
                  <a:pt x="20104099" y="0"/>
                </a:moveTo>
                <a:lnTo>
                  <a:pt x="0" y="0"/>
                </a:lnTo>
                <a:lnTo>
                  <a:pt x="0" y="178005"/>
                </a:lnTo>
                <a:lnTo>
                  <a:pt x="20104099" y="178005"/>
                </a:lnTo>
                <a:lnTo>
                  <a:pt x="20104099" y="0"/>
                </a:lnTo>
                <a:close/>
              </a:path>
            </a:pathLst>
          </a:custGeom>
          <a:solidFill>
            <a:srgbClr val="A6A2A3">
              <a:alpha val="250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441B2C0A-8DA7-0791-C58B-FD91AF7B7A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13" t="34774" r="18301" b="29652"/>
          <a:stretch/>
        </p:blipFill>
        <p:spPr>
          <a:xfrm>
            <a:off x="15690850" y="9715249"/>
            <a:ext cx="4114800" cy="111423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B5556E30-5BFE-4132-834D-8535B8B628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"/>
            <a:ext cx="20104100" cy="113085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35293" y="1356787"/>
            <a:ext cx="6546215" cy="611505"/>
          </a:xfrm>
          <a:prstGeom prst="rect">
            <a:avLst/>
          </a:prstGeom>
        </p:spPr>
        <p:txBody>
          <a:bodyPr lIns="0" tIns="0" rIns="0" bIns="0"/>
          <a:lstStyle>
            <a:lvl1pPr>
              <a:defRPr sz="3850" b="1" i="0">
                <a:solidFill>
                  <a:srgbClr val="565555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31C4A1E-990A-B8E5-6EE9-5BDC30378B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69605" y="5411813"/>
            <a:ext cx="13964889" cy="4342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11/21/2022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mailto:luciano@sottomaiorconsultoria.com.br" TargetMode="Externa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www.stecla.com.br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m 33">
            <a:extLst>
              <a:ext uri="{FF2B5EF4-FFF2-40B4-BE49-F238E27FC236}">
                <a16:creationId xmlns:a16="http://schemas.microsoft.com/office/drawing/2014/main" id="{8DBC1BED-6119-3D04-25BA-11D7905D16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"/>
            <a:ext cx="20104100" cy="11308554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5636975" y="0"/>
            <a:ext cx="14467123" cy="11308710"/>
            <a:chOff x="5636975" y="0"/>
            <a:chExt cx="14467123" cy="11308710"/>
          </a:xfrm>
        </p:grpSpPr>
        <p:sp>
          <p:nvSpPr>
            <p:cNvPr id="10" name="object 10"/>
            <p:cNvSpPr/>
            <p:nvPr/>
          </p:nvSpPr>
          <p:spPr>
            <a:xfrm>
              <a:off x="5636975" y="0"/>
              <a:ext cx="6323330" cy="2879725"/>
            </a:xfrm>
            <a:custGeom>
              <a:avLst/>
              <a:gdLst/>
              <a:ahLst/>
              <a:cxnLst/>
              <a:rect l="l" t="t" r="r" b="b"/>
              <a:pathLst>
                <a:path w="6323330" h="2879725">
                  <a:moveTo>
                    <a:pt x="6322794" y="0"/>
                  </a:moveTo>
                  <a:lnTo>
                    <a:pt x="0" y="0"/>
                  </a:lnTo>
                  <a:lnTo>
                    <a:pt x="2681064" y="2681057"/>
                  </a:lnTo>
                  <a:lnTo>
                    <a:pt x="2716573" y="2714154"/>
                  </a:lnTo>
                  <a:lnTo>
                    <a:pt x="2753790" y="2744243"/>
                  </a:lnTo>
                  <a:lnTo>
                    <a:pt x="2792551" y="2771322"/>
                  </a:lnTo>
                  <a:lnTo>
                    <a:pt x="2832693" y="2795393"/>
                  </a:lnTo>
                  <a:lnTo>
                    <a:pt x="2874055" y="2816455"/>
                  </a:lnTo>
                  <a:lnTo>
                    <a:pt x="2916474" y="2834508"/>
                  </a:lnTo>
                  <a:lnTo>
                    <a:pt x="2959787" y="2849552"/>
                  </a:lnTo>
                  <a:lnTo>
                    <a:pt x="3003831" y="2861588"/>
                  </a:lnTo>
                  <a:lnTo>
                    <a:pt x="3048444" y="2870614"/>
                  </a:lnTo>
                  <a:lnTo>
                    <a:pt x="3093464" y="2876632"/>
                  </a:lnTo>
                  <a:lnTo>
                    <a:pt x="3138728" y="2879641"/>
                  </a:lnTo>
                  <a:lnTo>
                    <a:pt x="3184073" y="2879641"/>
                  </a:lnTo>
                  <a:lnTo>
                    <a:pt x="3229336" y="2876632"/>
                  </a:lnTo>
                  <a:lnTo>
                    <a:pt x="3274356" y="2870614"/>
                  </a:lnTo>
                  <a:lnTo>
                    <a:pt x="3318969" y="2861588"/>
                  </a:lnTo>
                  <a:lnTo>
                    <a:pt x="3363014" y="2849552"/>
                  </a:lnTo>
                  <a:lnTo>
                    <a:pt x="3406326" y="2834508"/>
                  </a:lnTo>
                  <a:lnTo>
                    <a:pt x="3448745" y="2816455"/>
                  </a:lnTo>
                  <a:lnTo>
                    <a:pt x="3490107" y="2795393"/>
                  </a:lnTo>
                  <a:lnTo>
                    <a:pt x="3530250" y="2771322"/>
                  </a:lnTo>
                  <a:lnTo>
                    <a:pt x="3569010" y="2744243"/>
                  </a:lnTo>
                  <a:lnTo>
                    <a:pt x="3606227" y="2714154"/>
                  </a:lnTo>
                  <a:lnTo>
                    <a:pt x="3641736" y="2681057"/>
                  </a:lnTo>
                  <a:lnTo>
                    <a:pt x="6322794" y="0"/>
                  </a:lnTo>
                  <a:close/>
                </a:path>
              </a:pathLst>
            </a:custGeom>
            <a:solidFill>
              <a:srgbClr val="9B10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44490" y="0"/>
              <a:ext cx="13059608" cy="885841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009318" y="4946645"/>
              <a:ext cx="8338184" cy="6362065"/>
            </a:xfrm>
            <a:custGeom>
              <a:avLst/>
              <a:gdLst/>
              <a:ahLst/>
              <a:cxnLst/>
              <a:rect l="l" t="t" r="r" b="b"/>
              <a:pathLst>
                <a:path w="8338184" h="6362065">
                  <a:moveTo>
                    <a:pt x="4191106" y="0"/>
                  </a:moveTo>
                  <a:lnTo>
                    <a:pt x="4146112" y="0"/>
                  </a:lnTo>
                  <a:lnTo>
                    <a:pt x="4101214" y="3270"/>
                  </a:lnTo>
                  <a:lnTo>
                    <a:pt x="4056606" y="9810"/>
                  </a:lnTo>
                  <a:lnTo>
                    <a:pt x="4012483" y="19621"/>
                  </a:lnTo>
                  <a:lnTo>
                    <a:pt x="3969036" y="32701"/>
                  </a:lnTo>
                  <a:lnTo>
                    <a:pt x="3926461" y="49052"/>
                  </a:lnTo>
                  <a:lnTo>
                    <a:pt x="3884949" y="68674"/>
                  </a:lnTo>
                  <a:lnTo>
                    <a:pt x="3844696" y="91565"/>
                  </a:lnTo>
                  <a:lnTo>
                    <a:pt x="3805893" y="117726"/>
                  </a:lnTo>
                  <a:lnTo>
                    <a:pt x="3768736" y="147158"/>
                  </a:lnTo>
                  <a:lnTo>
                    <a:pt x="3733417" y="179860"/>
                  </a:lnTo>
                  <a:lnTo>
                    <a:pt x="179860" y="3733417"/>
                  </a:lnTo>
                  <a:lnTo>
                    <a:pt x="147158" y="3768736"/>
                  </a:lnTo>
                  <a:lnTo>
                    <a:pt x="117726" y="3805893"/>
                  </a:lnTo>
                  <a:lnTo>
                    <a:pt x="91565" y="3844696"/>
                  </a:lnTo>
                  <a:lnTo>
                    <a:pt x="68674" y="3884949"/>
                  </a:lnTo>
                  <a:lnTo>
                    <a:pt x="49052" y="3926461"/>
                  </a:lnTo>
                  <a:lnTo>
                    <a:pt x="32701" y="3969036"/>
                  </a:lnTo>
                  <a:lnTo>
                    <a:pt x="19621" y="4012483"/>
                  </a:lnTo>
                  <a:lnTo>
                    <a:pt x="9810" y="4056606"/>
                  </a:lnTo>
                  <a:lnTo>
                    <a:pt x="3270" y="4101214"/>
                  </a:lnTo>
                  <a:lnTo>
                    <a:pt x="0" y="4146112"/>
                  </a:lnTo>
                  <a:lnTo>
                    <a:pt x="0" y="4191106"/>
                  </a:lnTo>
                  <a:lnTo>
                    <a:pt x="3270" y="4236004"/>
                  </a:lnTo>
                  <a:lnTo>
                    <a:pt x="9810" y="4280612"/>
                  </a:lnTo>
                  <a:lnTo>
                    <a:pt x="19621" y="4324736"/>
                  </a:lnTo>
                  <a:lnTo>
                    <a:pt x="32701" y="4368183"/>
                  </a:lnTo>
                  <a:lnTo>
                    <a:pt x="49052" y="4410760"/>
                  </a:lnTo>
                  <a:lnTo>
                    <a:pt x="68674" y="4452272"/>
                  </a:lnTo>
                  <a:lnTo>
                    <a:pt x="91565" y="4492526"/>
                  </a:lnTo>
                  <a:lnTo>
                    <a:pt x="117726" y="4531330"/>
                  </a:lnTo>
                  <a:lnTo>
                    <a:pt x="147158" y="4568489"/>
                  </a:lnTo>
                  <a:lnTo>
                    <a:pt x="179860" y="4603809"/>
                  </a:lnTo>
                  <a:lnTo>
                    <a:pt x="1937961" y="6361911"/>
                  </a:lnTo>
                  <a:lnTo>
                    <a:pt x="6400584" y="6361911"/>
                  </a:lnTo>
                  <a:lnTo>
                    <a:pt x="8158026" y="4604469"/>
                  </a:lnTo>
                  <a:lnTo>
                    <a:pt x="8190726" y="4569148"/>
                  </a:lnTo>
                  <a:lnTo>
                    <a:pt x="8220157" y="4531990"/>
                  </a:lnTo>
                  <a:lnTo>
                    <a:pt x="8246317" y="4493186"/>
                  </a:lnTo>
                  <a:lnTo>
                    <a:pt x="8269207" y="4452932"/>
                  </a:lnTo>
                  <a:lnTo>
                    <a:pt x="8288828" y="4411419"/>
                  </a:lnTo>
                  <a:lnTo>
                    <a:pt x="8305178" y="4368843"/>
                  </a:lnTo>
                  <a:lnTo>
                    <a:pt x="8318258" y="4325396"/>
                  </a:lnTo>
                  <a:lnTo>
                    <a:pt x="8328068" y="4281272"/>
                  </a:lnTo>
                  <a:lnTo>
                    <a:pt x="8334608" y="4236664"/>
                  </a:lnTo>
                  <a:lnTo>
                    <a:pt x="8337878" y="4191766"/>
                  </a:lnTo>
                  <a:lnTo>
                    <a:pt x="8337878" y="4146771"/>
                  </a:lnTo>
                  <a:lnTo>
                    <a:pt x="8334608" y="4101874"/>
                  </a:lnTo>
                  <a:lnTo>
                    <a:pt x="8328068" y="4057266"/>
                  </a:lnTo>
                  <a:lnTo>
                    <a:pt x="8318258" y="4013142"/>
                  </a:lnTo>
                  <a:lnTo>
                    <a:pt x="8305178" y="3969696"/>
                  </a:lnTo>
                  <a:lnTo>
                    <a:pt x="8288828" y="3927120"/>
                  </a:lnTo>
                  <a:lnTo>
                    <a:pt x="8269207" y="3885609"/>
                  </a:lnTo>
                  <a:lnTo>
                    <a:pt x="8246317" y="3845355"/>
                  </a:lnTo>
                  <a:lnTo>
                    <a:pt x="8220157" y="3806553"/>
                  </a:lnTo>
                  <a:lnTo>
                    <a:pt x="8190726" y="3769396"/>
                  </a:lnTo>
                  <a:lnTo>
                    <a:pt x="8158026" y="3734076"/>
                  </a:lnTo>
                  <a:lnTo>
                    <a:pt x="4603809" y="179860"/>
                  </a:lnTo>
                  <a:lnTo>
                    <a:pt x="4568489" y="147158"/>
                  </a:lnTo>
                  <a:lnTo>
                    <a:pt x="4531330" y="117726"/>
                  </a:lnTo>
                  <a:lnTo>
                    <a:pt x="4492526" y="91565"/>
                  </a:lnTo>
                  <a:lnTo>
                    <a:pt x="4452272" y="68674"/>
                  </a:lnTo>
                  <a:lnTo>
                    <a:pt x="4410760" y="49052"/>
                  </a:lnTo>
                  <a:lnTo>
                    <a:pt x="4368183" y="32701"/>
                  </a:lnTo>
                  <a:lnTo>
                    <a:pt x="4324736" y="19621"/>
                  </a:lnTo>
                  <a:lnTo>
                    <a:pt x="4280612" y="9810"/>
                  </a:lnTo>
                  <a:lnTo>
                    <a:pt x="4236004" y="3270"/>
                  </a:lnTo>
                  <a:lnTo>
                    <a:pt x="4191106" y="0"/>
                  </a:lnTo>
                  <a:close/>
                </a:path>
              </a:pathLst>
            </a:custGeom>
            <a:solidFill>
              <a:srgbClr val="9B1006">
                <a:alpha val="88000"/>
              </a:srgbClr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086808" y="5157185"/>
            <a:ext cx="8650605" cy="84702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5400" b="1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Gestão da Qualidade</a:t>
            </a:r>
            <a:endParaRPr sz="54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86804" y="6088697"/>
            <a:ext cx="6222046" cy="6952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95"/>
              </a:spcBef>
            </a:pPr>
            <a:r>
              <a:rPr sz="220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Procedimento Operacional Padrão -  POP 01 Processo de Contratação GB</a:t>
            </a:r>
            <a:endParaRPr sz="22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951828" y="10158934"/>
            <a:ext cx="1768475" cy="3651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0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out.2022</a:t>
            </a:r>
            <a:endParaRPr sz="2200" dirty="0"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00024" y="9686864"/>
            <a:ext cx="200150" cy="200192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00024" y="9987124"/>
            <a:ext cx="200150" cy="20022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00024" y="10287382"/>
            <a:ext cx="200150" cy="20013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99763" y="9987124"/>
            <a:ext cx="200192" cy="200224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99763" y="10287382"/>
            <a:ext cx="200192" cy="20013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99513" y="10287382"/>
            <a:ext cx="200182" cy="20013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028223" y="10346428"/>
            <a:ext cx="1337261" cy="142184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3434250" y="10349904"/>
            <a:ext cx="632460" cy="175260"/>
            <a:chOff x="3434250" y="10349904"/>
            <a:chExt cx="632460" cy="175260"/>
          </a:xfrm>
        </p:grpSpPr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34250" y="10384985"/>
              <a:ext cx="88594" cy="13907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41986" y="10349904"/>
              <a:ext cx="176591" cy="17489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38176" y="10359524"/>
              <a:ext cx="328381" cy="127978"/>
            </a:xfrm>
            <a:prstGeom prst="rect">
              <a:avLst/>
            </a:prstGeom>
          </p:spPr>
        </p:pic>
      </p:grpSp>
      <p:pic>
        <p:nvPicPr>
          <p:cNvPr id="27" name="object 2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131473" y="10384980"/>
            <a:ext cx="84197" cy="102520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4279221" y="10349907"/>
            <a:ext cx="444500" cy="137795"/>
            <a:chOff x="4279221" y="10349907"/>
            <a:chExt cx="444500" cy="137795"/>
          </a:xfrm>
        </p:grpSpPr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279221" y="10384985"/>
              <a:ext cx="89505" cy="10235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388036" y="10349907"/>
              <a:ext cx="335177" cy="137597"/>
            </a:xfrm>
            <a:prstGeom prst="rect">
              <a:avLst/>
            </a:prstGeom>
          </p:spPr>
        </p:pic>
      </p:grpSp>
      <p:sp>
        <p:nvSpPr>
          <p:cNvPr id="31" name="object 31"/>
          <p:cNvSpPr/>
          <p:nvPr/>
        </p:nvSpPr>
        <p:spPr>
          <a:xfrm>
            <a:off x="2023184" y="10013768"/>
            <a:ext cx="2700020" cy="238760"/>
          </a:xfrm>
          <a:custGeom>
            <a:avLst/>
            <a:gdLst/>
            <a:ahLst/>
            <a:cxnLst/>
            <a:rect l="l" t="t" r="r" b="b"/>
            <a:pathLst>
              <a:path w="2700020" h="238759">
                <a:moveTo>
                  <a:pt x="203271" y="1078"/>
                </a:moveTo>
                <a:lnTo>
                  <a:pt x="0" y="1078"/>
                </a:lnTo>
                <a:lnTo>
                  <a:pt x="0" y="236401"/>
                </a:lnTo>
                <a:lnTo>
                  <a:pt x="203271" y="236401"/>
                </a:lnTo>
                <a:lnTo>
                  <a:pt x="203271" y="195460"/>
                </a:lnTo>
                <a:lnTo>
                  <a:pt x="40941" y="195460"/>
                </a:lnTo>
                <a:lnTo>
                  <a:pt x="40941" y="137566"/>
                </a:lnTo>
                <a:lnTo>
                  <a:pt x="37988" y="137566"/>
                </a:lnTo>
                <a:lnTo>
                  <a:pt x="37988" y="96635"/>
                </a:lnTo>
                <a:lnTo>
                  <a:pt x="40941" y="96635"/>
                </a:lnTo>
                <a:lnTo>
                  <a:pt x="40941" y="42009"/>
                </a:lnTo>
                <a:lnTo>
                  <a:pt x="203271" y="42009"/>
                </a:lnTo>
                <a:lnTo>
                  <a:pt x="203271" y="1078"/>
                </a:lnTo>
                <a:close/>
              </a:path>
              <a:path w="2700020" h="238759">
                <a:moveTo>
                  <a:pt x="40941" y="96635"/>
                </a:moveTo>
                <a:lnTo>
                  <a:pt x="37988" y="96635"/>
                </a:lnTo>
                <a:lnTo>
                  <a:pt x="37988" y="137566"/>
                </a:lnTo>
                <a:lnTo>
                  <a:pt x="40941" y="137566"/>
                </a:lnTo>
                <a:lnTo>
                  <a:pt x="40941" y="96635"/>
                </a:lnTo>
                <a:close/>
              </a:path>
              <a:path w="2700020" h="238759">
                <a:moveTo>
                  <a:pt x="192810" y="96635"/>
                </a:moveTo>
                <a:lnTo>
                  <a:pt x="40941" y="96635"/>
                </a:lnTo>
                <a:lnTo>
                  <a:pt x="40941" y="137566"/>
                </a:lnTo>
                <a:lnTo>
                  <a:pt x="192810" y="137566"/>
                </a:lnTo>
                <a:lnTo>
                  <a:pt x="192810" y="96635"/>
                </a:lnTo>
                <a:close/>
              </a:path>
              <a:path w="2700020" h="238759">
                <a:moveTo>
                  <a:pt x="351607" y="72950"/>
                </a:moveTo>
                <a:lnTo>
                  <a:pt x="291970" y="72950"/>
                </a:lnTo>
                <a:lnTo>
                  <a:pt x="442866" y="224631"/>
                </a:lnTo>
                <a:lnTo>
                  <a:pt x="449742" y="230771"/>
                </a:lnTo>
                <a:lnTo>
                  <a:pt x="456295" y="235152"/>
                </a:lnTo>
                <a:lnTo>
                  <a:pt x="462517" y="237778"/>
                </a:lnTo>
                <a:lnTo>
                  <a:pt x="468404" y="238652"/>
                </a:lnTo>
                <a:lnTo>
                  <a:pt x="475131" y="237244"/>
                </a:lnTo>
                <a:lnTo>
                  <a:pt x="479946" y="233020"/>
                </a:lnTo>
                <a:lnTo>
                  <a:pt x="482840" y="225978"/>
                </a:lnTo>
                <a:lnTo>
                  <a:pt x="483807" y="216119"/>
                </a:lnTo>
                <a:lnTo>
                  <a:pt x="483807" y="164361"/>
                </a:lnTo>
                <a:lnTo>
                  <a:pt x="442866" y="164361"/>
                </a:lnTo>
                <a:lnTo>
                  <a:pt x="351607" y="72950"/>
                </a:lnTo>
                <a:close/>
              </a:path>
              <a:path w="2700020" h="238759">
                <a:moveTo>
                  <a:pt x="268745" y="1078"/>
                </a:moveTo>
                <a:lnTo>
                  <a:pt x="263499" y="1078"/>
                </a:lnTo>
                <a:lnTo>
                  <a:pt x="259248" y="2952"/>
                </a:lnTo>
                <a:lnTo>
                  <a:pt x="252704" y="10355"/>
                </a:lnTo>
                <a:lnTo>
                  <a:pt x="251081" y="15371"/>
                </a:lnTo>
                <a:lnTo>
                  <a:pt x="251081" y="236401"/>
                </a:lnTo>
                <a:lnTo>
                  <a:pt x="291970" y="236401"/>
                </a:lnTo>
                <a:lnTo>
                  <a:pt x="291970" y="72950"/>
                </a:lnTo>
                <a:lnTo>
                  <a:pt x="351607" y="72950"/>
                </a:lnTo>
                <a:lnTo>
                  <a:pt x="291970" y="13214"/>
                </a:lnTo>
                <a:lnTo>
                  <a:pt x="286109" y="7898"/>
                </a:lnTo>
                <a:lnTo>
                  <a:pt x="280287" y="4107"/>
                </a:lnTo>
                <a:lnTo>
                  <a:pt x="274500" y="1835"/>
                </a:lnTo>
                <a:lnTo>
                  <a:pt x="268745" y="1078"/>
                </a:lnTo>
                <a:close/>
              </a:path>
              <a:path w="2700020" h="238759">
                <a:moveTo>
                  <a:pt x="483807" y="1078"/>
                </a:moveTo>
                <a:lnTo>
                  <a:pt x="442866" y="1078"/>
                </a:lnTo>
                <a:lnTo>
                  <a:pt x="442866" y="164361"/>
                </a:lnTo>
                <a:lnTo>
                  <a:pt x="483807" y="164361"/>
                </a:lnTo>
                <a:lnTo>
                  <a:pt x="483807" y="1078"/>
                </a:lnTo>
                <a:close/>
              </a:path>
              <a:path w="2700020" h="238759">
                <a:moveTo>
                  <a:pt x="784572" y="1078"/>
                </a:moveTo>
                <a:lnTo>
                  <a:pt x="652001" y="1078"/>
                </a:lnTo>
                <a:lnTo>
                  <a:pt x="625041" y="3329"/>
                </a:lnTo>
                <a:lnTo>
                  <a:pt x="580210" y="21332"/>
                </a:lnTo>
                <a:lnTo>
                  <a:pt x="549740" y="53939"/>
                </a:lnTo>
                <a:lnTo>
                  <a:pt x="535335" y="93540"/>
                </a:lnTo>
                <a:lnTo>
                  <a:pt x="533533" y="116268"/>
                </a:lnTo>
                <a:lnTo>
                  <a:pt x="535414" y="139468"/>
                </a:lnTo>
                <a:lnTo>
                  <a:pt x="550460" y="180698"/>
                </a:lnTo>
                <a:lnTo>
                  <a:pt x="581670" y="215215"/>
                </a:lnTo>
                <a:lnTo>
                  <a:pt x="625865" y="234048"/>
                </a:lnTo>
                <a:lnTo>
                  <a:pt x="652001" y="236401"/>
                </a:lnTo>
                <a:lnTo>
                  <a:pt x="801284" y="236401"/>
                </a:lnTo>
                <a:lnTo>
                  <a:pt x="801284" y="195460"/>
                </a:lnTo>
                <a:lnTo>
                  <a:pt x="652001" y="195460"/>
                </a:lnTo>
                <a:lnTo>
                  <a:pt x="634037" y="193913"/>
                </a:lnTo>
                <a:lnTo>
                  <a:pt x="592453" y="170633"/>
                </a:lnTo>
                <a:lnTo>
                  <a:pt x="574892" y="131698"/>
                </a:lnTo>
                <a:lnTo>
                  <a:pt x="574118" y="116268"/>
                </a:lnTo>
                <a:lnTo>
                  <a:pt x="575898" y="101674"/>
                </a:lnTo>
                <a:lnTo>
                  <a:pt x="594756" y="65265"/>
                </a:lnTo>
                <a:lnTo>
                  <a:pt x="635177" y="43459"/>
                </a:lnTo>
                <a:lnTo>
                  <a:pt x="652001" y="42009"/>
                </a:lnTo>
                <a:lnTo>
                  <a:pt x="784572" y="42009"/>
                </a:lnTo>
                <a:lnTo>
                  <a:pt x="784572" y="1078"/>
                </a:lnTo>
                <a:close/>
              </a:path>
              <a:path w="2700020" h="238759">
                <a:moveTo>
                  <a:pt x="801284" y="106467"/>
                </a:moveTo>
                <a:lnTo>
                  <a:pt x="648744" y="106467"/>
                </a:lnTo>
                <a:lnTo>
                  <a:pt x="648744" y="144110"/>
                </a:lnTo>
                <a:lnTo>
                  <a:pt x="760343" y="144110"/>
                </a:lnTo>
                <a:lnTo>
                  <a:pt x="760343" y="195460"/>
                </a:lnTo>
                <a:lnTo>
                  <a:pt x="801284" y="195460"/>
                </a:lnTo>
                <a:lnTo>
                  <a:pt x="801284" y="106467"/>
                </a:lnTo>
                <a:close/>
              </a:path>
              <a:path w="2700020" h="238759">
                <a:moveTo>
                  <a:pt x="1042177" y="1078"/>
                </a:moveTo>
                <a:lnTo>
                  <a:pt x="838927" y="1078"/>
                </a:lnTo>
                <a:lnTo>
                  <a:pt x="838927" y="236401"/>
                </a:lnTo>
                <a:lnTo>
                  <a:pt x="1042177" y="236401"/>
                </a:lnTo>
                <a:lnTo>
                  <a:pt x="1042177" y="195460"/>
                </a:lnTo>
                <a:lnTo>
                  <a:pt x="879826" y="195460"/>
                </a:lnTo>
                <a:lnTo>
                  <a:pt x="879826" y="137566"/>
                </a:lnTo>
                <a:lnTo>
                  <a:pt x="875900" y="137566"/>
                </a:lnTo>
                <a:lnTo>
                  <a:pt x="875900" y="96635"/>
                </a:lnTo>
                <a:lnTo>
                  <a:pt x="879826" y="96635"/>
                </a:lnTo>
                <a:lnTo>
                  <a:pt x="879826" y="42009"/>
                </a:lnTo>
                <a:lnTo>
                  <a:pt x="1042177" y="42009"/>
                </a:lnTo>
                <a:lnTo>
                  <a:pt x="1042177" y="1078"/>
                </a:lnTo>
                <a:close/>
              </a:path>
              <a:path w="2700020" h="238759">
                <a:moveTo>
                  <a:pt x="879826" y="96635"/>
                </a:moveTo>
                <a:lnTo>
                  <a:pt x="875900" y="96635"/>
                </a:lnTo>
                <a:lnTo>
                  <a:pt x="875900" y="137566"/>
                </a:lnTo>
                <a:lnTo>
                  <a:pt x="879826" y="137566"/>
                </a:lnTo>
                <a:lnTo>
                  <a:pt x="879826" y="96635"/>
                </a:lnTo>
                <a:close/>
              </a:path>
              <a:path w="2700020" h="238759">
                <a:moveTo>
                  <a:pt x="1031685" y="96635"/>
                </a:moveTo>
                <a:lnTo>
                  <a:pt x="879826" y="96635"/>
                </a:lnTo>
                <a:lnTo>
                  <a:pt x="879826" y="137566"/>
                </a:lnTo>
                <a:lnTo>
                  <a:pt x="1031685" y="137566"/>
                </a:lnTo>
                <a:lnTo>
                  <a:pt x="1031685" y="96635"/>
                </a:lnTo>
                <a:close/>
              </a:path>
              <a:path w="2700020" h="238759">
                <a:moveTo>
                  <a:pt x="1190518" y="72950"/>
                </a:moveTo>
                <a:lnTo>
                  <a:pt x="1130897" y="72950"/>
                </a:lnTo>
                <a:lnTo>
                  <a:pt x="1281751" y="224631"/>
                </a:lnTo>
                <a:lnTo>
                  <a:pt x="1288618" y="230771"/>
                </a:lnTo>
                <a:lnTo>
                  <a:pt x="1295160" y="235152"/>
                </a:lnTo>
                <a:lnTo>
                  <a:pt x="1301375" y="237778"/>
                </a:lnTo>
                <a:lnTo>
                  <a:pt x="1307258" y="238652"/>
                </a:lnTo>
                <a:lnTo>
                  <a:pt x="1314009" y="237244"/>
                </a:lnTo>
                <a:lnTo>
                  <a:pt x="1318825" y="233020"/>
                </a:lnTo>
                <a:lnTo>
                  <a:pt x="1321710" y="225978"/>
                </a:lnTo>
                <a:lnTo>
                  <a:pt x="1322671" y="216119"/>
                </a:lnTo>
                <a:lnTo>
                  <a:pt x="1322671" y="164361"/>
                </a:lnTo>
                <a:lnTo>
                  <a:pt x="1281751" y="164361"/>
                </a:lnTo>
                <a:lnTo>
                  <a:pt x="1190518" y="72950"/>
                </a:lnTo>
                <a:close/>
              </a:path>
              <a:path w="2700020" h="238759">
                <a:moveTo>
                  <a:pt x="1107631" y="1078"/>
                </a:moveTo>
                <a:lnTo>
                  <a:pt x="1102374" y="1078"/>
                </a:lnTo>
                <a:lnTo>
                  <a:pt x="1098123" y="2952"/>
                </a:lnTo>
                <a:lnTo>
                  <a:pt x="1091600" y="10355"/>
                </a:lnTo>
                <a:lnTo>
                  <a:pt x="1089966" y="15371"/>
                </a:lnTo>
                <a:lnTo>
                  <a:pt x="1089966" y="236401"/>
                </a:lnTo>
                <a:lnTo>
                  <a:pt x="1130897" y="236401"/>
                </a:lnTo>
                <a:lnTo>
                  <a:pt x="1130897" y="72950"/>
                </a:lnTo>
                <a:lnTo>
                  <a:pt x="1190518" y="72950"/>
                </a:lnTo>
                <a:lnTo>
                  <a:pt x="1130897" y="13214"/>
                </a:lnTo>
                <a:lnTo>
                  <a:pt x="1125001" y="7898"/>
                </a:lnTo>
                <a:lnTo>
                  <a:pt x="1119166" y="4107"/>
                </a:lnTo>
                <a:lnTo>
                  <a:pt x="1113379" y="1835"/>
                </a:lnTo>
                <a:lnTo>
                  <a:pt x="1107631" y="1078"/>
                </a:lnTo>
                <a:close/>
              </a:path>
              <a:path w="2700020" h="238759">
                <a:moveTo>
                  <a:pt x="1322671" y="1078"/>
                </a:moveTo>
                <a:lnTo>
                  <a:pt x="1281751" y="1078"/>
                </a:lnTo>
                <a:lnTo>
                  <a:pt x="1281751" y="164361"/>
                </a:lnTo>
                <a:lnTo>
                  <a:pt x="1322671" y="164361"/>
                </a:lnTo>
                <a:lnTo>
                  <a:pt x="1322671" y="1078"/>
                </a:lnTo>
                <a:close/>
              </a:path>
              <a:path w="2700020" h="238759">
                <a:moveTo>
                  <a:pt x="1419893" y="1078"/>
                </a:moveTo>
                <a:lnTo>
                  <a:pt x="1378973" y="1078"/>
                </a:lnTo>
                <a:lnTo>
                  <a:pt x="1378973" y="236401"/>
                </a:lnTo>
                <a:lnTo>
                  <a:pt x="1419893" y="236401"/>
                </a:lnTo>
                <a:lnTo>
                  <a:pt x="1419893" y="138540"/>
                </a:lnTo>
                <a:lnTo>
                  <a:pt x="1416627" y="138540"/>
                </a:lnTo>
                <a:lnTo>
                  <a:pt x="1416627" y="97620"/>
                </a:lnTo>
                <a:lnTo>
                  <a:pt x="1419893" y="97620"/>
                </a:lnTo>
                <a:lnTo>
                  <a:pt x="1419893" y="1078"/>
                </a:lnTo>
                <a:close/>
              </a:path>
              <a:path w="2700020" h="238759">
                <a:moveTo>
                  <a:pt x="1617573" y="1078"/>
                </a:moveTo>
                <a:lnTo>
                  <a:pt x="1576674" y="1078"/>
                </a:lnTo>
                <a:lnTo>
                  <a:pt x="1576674" y="97620"/>
                </a:lnTo>
                <a:lnTo>
                  <a:pt x="1419893" y="97620"/>
                </a:lnTo>
                <a:lnTo>
                  <a:pt x="1419893" y="138540"/>
                </a:lnTo>
                <a:lnTo>
                  <a:pt x="1576674" y="138540"/>
                </a:lnTo>
                <a:lnTo>
                  <a:pt x="1576674" y="236401"/>
                </a:lnTo>
                <a:lnTo>
                  <a:pt x="1617573" y="236401"/>
                </a:lnTo>
                <a:lnTo>
                  <a:pt x="1617573" y="1078"/>
                </a:lnTo>
                <a:close/>
              </a:path>
              <a:path w="2700020" h="238759">
                <a:moveTo>
                  <a:pt x="1419893" y="97620"/>
                </a:moveTo>
                <a:lnTo>
                  <a:pt x="1416627" y="97620"/>
                </a:lnTo>
                <a:lnTo>
                  <a:pt x="1416627" y="138540"/>
                </a:lnTo>
                <a:lnTo>
                  <a:pt x="1419893" y="138540"/>
                </a:lnTo>
                <a:lnTo>
                  <a:pt x="1419893" y="97620"/>
                </a:lnTo>
                <a:close/>
              </a:path>
              <a:path w="2700020" h="238759">
                <a:moveTo>
                  <a:pt x="1807965" y="0"/>
                </a:moveTo>
                <a:lnTo>
                  <a:pt x="1803159" y="429"/>
                </a:lnTo>
                <a:lnTo>
                  <a:pt x="1798772" y="659"/>
                </a:lnTo>
                <a:lnTo>
                  <a:pt x="1793756" y="2764"/>
                </a:lnTo>
                <a:lnTo>
                  <a:pt x="1788123" y="6659"/>
                </a:lnTo>
                <a:lnTo>
                  <a:pt x="1781579" y="11015"/>
                </a:lnTo>
                <a:lnTo>
                  <a:pt x="1776207" y="16585"/>
                </a:lnTo>
                <a:lnTo>
                  <a:pt x="1772071" y="23350"/>
                </a:lnTo>
                <a:lnTo>
                  <a:pt x="1644389" y="236066"/>
                </a:lnTo>
                <a:lnTo>
                  <a:pt x="1697058" y="236066"/>
                </a:lnTo>
                <a:lnTo>
                  <a:pt x="1737141" y="170267"/>
                </a:lnTo>
                <a:lnTo>
                  <a:pt x="1726701" y="170267"/>
                </a:lnTo>
                <a:lnTo>
                  <a:pt x="1751601" y="129388"/>
                </a:lnTo>
                <a:lnTo>
                  <a:pt x="1762044" y="129388"/>
                </a:lnTo>
                <a:lnTo>
                  <a:pt x="1803327" y="61621"/>
                </a:lnTo>
                <a:lnTo>
                  <a:pt x="1858720" y="61621"/>
                </a:lnTo>
                <a:lnTo>
                  <a:pt x="1836226" y="23350"/>
                </a:lnTo>
                <a:lnTo>
                  <a:pt x="1813306" y="1643"/>
                </a:lnTo>
                <a:lnTo>
                  <a:pt x="1807965" y="0"/>
                </a:lnTo>
                <a:close/>
              </a:path>
              <a:path w="2700020" h="238759">
                <a:moveTo>
                  <a:pt x="1858720" y="61621"/>
                </a:moveTo>
                <a:lnTo>
                  <a:pt x="1803327" y="61621"/>
                </a:lnTo>
                <a:lnTo>
                  <a:pt x="1844268" y="129388"/>
                </a:lnTo>
                <a:lnTo>
                  <a:pt x="1762044" y="129388"/>
                </a:lnTo>
                <a:lnTo>
                  <a:pt x="1737141" y="170267"/>
                </a:lnTo>
                <a:lnTo>
                  <a:pt x="1868686" y="170267"/>
                </a:lnTo>
                <a:lnTo>
                  <a:pt x="1908496" y="236066"/>
                </a:lnTo>
                <a:lnTo>
                  <a:pt x="1961249" y="236066"/>
                </a:lnTo>
                <a:lnTo>
                  <a:pt x="1858720" y="61621"/>
                </a:lnTo>
                <a:close/>
              </a:path>
              <a:path w="2700020" h="238759">
                <a:moveTo>
                  <a:pt x="1762044" y="129388"/>
                </a:moveTo>
                <a:lnTo>
                  <a:pt x="1751601" y="129388"/>
                </a:lnTo>
                <a:lnTo>
                  <a:pt x="1726701" y="170267"/>
                </a:lnTo>
                <a:lnTo>
                  <a:pt x="1737141" y="170267"/>
                </a:lnTo>
                <a:lnTo>
                  <a:pt x="1762044" y="129388"/>
                </a:lnTo>
                <a:close/>
              </a:path>
              <a:path w="2700020" h="238759">
                <a:moveTo>
                  <a:pt x="2145536" y="1078"/>
                </a:moveTo>
                <a:lnTo>
                  <a:pt x="1976651" y="1078"/>
                </a:lnTo>
                <a:lnTo>
                  <a:pt x="1976651" y="236401"/>
                </a:lnTo>
                <a:lnTo>
                  <a:pt x="2017551" y="236401"/>
                </a:lnTo>
                <a:lnTo>
                  <a:pt x="2017551" y="170267"/>
                </a:lnTo>
                <a:lnTo>
                  <a:pt x="2007101" y="170267"/>
                </a:lnTo>
                <a:lnTo>
                  <a:pt x="2007101" y="129388"/>
                </a:lnTo>
                <a:lnTo>
                  <a:pt x="2017551" y="129388"/>
                </a:lnTo>
                <a:lnTo>
                  <a:pt x="2017551" y="42009"/>
                </a:lnTo>
                <a:lnTo>
                  <a:pt x="2238482" y="42009"/>
                </a:lnTo>
                <a:lnTo>
                  <a:pt x="2192408" y="7550"/>
                </a:lnTo>
                <a:lnTo>
                  <a:pt x="2170584" y="2696"/>
                </a:lnTo>
                <a:lnTo>
                  <a:pt x="2145536" y="1078"/>
                </a:lnTo>
                <a:close/>
              </a:path>
              <a:path w="2700020" h="238759">
                <a:moveTo>
                  <a:pt x="2238482" y="42009"/>
                </a:moveTo>
                <a:lnTo>
                  <a:pt x="2151735" y="42009"/>
                </a:lnTo>
                <a:lnTo>
                  <a:pt x="2175376" y="44623"/>
                </a:lnTo>
                <a:lnTo>
                  <a:pt x="2192585" y="52470"/>
                </a:lnTo>
                <a:lnTo>
                  <a:pt x="2203366" y="65558"/>
                </a:lnTo>
                <a:lnTo>
                  <a:pt x="2207723" y="83892"/>
                </a:lnTo>
                <a:lnTo>
                  <a:pt x="2207341" y="92845"/>
                </a:lnTo>
                <a:lnTo>
                  <a:pt x="2177119" y="125852"/>
                </a:lnTo>
                <a:lnTo>
                  <a:pt x="2151735" y="129388"/>
                </a:lnTo>
                <a:lnTo>
                  <a:pt x="2017551" y="129388"/>
                </a:lnTo>
                <a:lnTo>
                  <a:pt x="2017551" y="170267"/>
                </a:lnTo>
                <a:lnTo>
                  <a:pt x="2130155" y="170267"/>
                </a:lnTo>
                <a:lnTo>
                  <a:pt x="2195943" y="236401"/>
                </a:lnTo>
                <a:lnTo>
                  <a:pt x="2256423" y="236401"/>
                </a:lnTo>
                <a:lnTo>
                  <a:pt x="2185378" y="165450"/>
                </a:lnTo>
                <a:lnTo>
                  <a:pt x="2200937" y="160114"/>
                </a:lnTo>
                <a:lnTo>
                  <a:pt x="2214535" y="152933"/>
                </a:lnTo>
                <a:lnTo>
                  <a:pt x="2242669" y="122005"/>
                </a:lnTo>
                <a:lnTo>
                  <a:pt x="2250595" y="83892"/>
                </a:lnTo>
                <a:lnTo>
                  <a:pt x="2248715" y="67121"/>
                </a:lnTo>
                <a:lnTo>
                  <a:pt x="2244049" y="52019"/>
                </a:lnTo>
                <a:lnTo>
                  <a:pt x="2238482" y="42009"/>
                </a:lnTo>
                <a:close/>
              </a:path>
              <a:path w="2700020" h="238759">
                <a:moveTo>
                  <a:pt x="2017551" y="129388"/>
                </a:moveTo>
                <a:lnTo>
                  <a:pt x="2007101" y="129388"/>
                </a:lnTo>
                <a:lnTo>
                  <a:pt x="2007101" y="170267"/>
                </a:lnTo>
                <a:lnTo>
                  <a:pt x="2017551" y="170267"/>
                </a:lnTo>
                <a:lnTo>
                  <a:pt x="2017551" y="129388"/>
                </a:lnTo>
                <a:close/>
              </a:path>
              <a:path w="2700020" h="238759">
                <a:moveTo>
                  <a:pt x="2342221" y="1078"/>
                </a:moveTo>
                <a:lnTo>
                  <a:pt x="2301333" y="1078"/>
                </a:lnTo>
                <a:lnTo>
                  <a:pt x="2301333" y="236401"/>
                </a:lnTo>
                <a:lnTo>
                  <a:pt x="2342221" y="236401"/>
                </a:lnTo>
                <a:lnTo>
                  <a:pt x="2342221" y="1078"/>
                </a:lnTo>
                <a:close/>
              </a:path>
              <a:path w="2700020" h="238759">
                <a:moveTo>
                  <a:pt x="2546697" y="0"/>
                </a:moveTo>
                <a:lnTo>
                  <a:pt x="2541891" y="429"/>
                </a:lnTo>
                <a:lnTo>
                  <a:pt x="2537535" y="659"/>
                </a:lnTo>
                <a:lnTo>
                  <a:pt x="2532509" y="2764"/>
                </a:lnTo>
                <a:lnTo>
                  <a:pt x="2526823" y="6659"/>
                </a:lnTo>
                <a:lnTo>
                  <a:pt x="2520310" y="11015"/>
                </a:lnTo>
                <a:lnTo>
                  <a:pt x="2514939" y="16585"/>
                </a:lnTo>
                <a:lnTo>
                  <a:pt x="2510803" y="23350"/>
                </a:lnTo>
                <a:lnTo>
                  <a:pt x="2383121" y="236066"/>
                </a:lnTo>
                <a:lnTo>
                  <a:pt x="2435821" y="236066"/>
                </a:lnTo>
                <a:lnTo>
                  <a:pt x="2475881" y="170267"/>
                </a:lnTo>
                <a:lnTo>
                  <a:pt x="2460103" y="170267"/>
                </a:lnTo>
                <a:lnTo>
                  <a:pt x="2485023" y="129388"/>
                </a:lnTo>
                <a:lnTo>
                  <a:pt x="2500768" y="129388"/>
                </a:lnTo>
                <a:lnTo>
                  <a:pt x="2542027" y="61621"/>
                </a:lnTo>
                <a:lnTo>
                  <a:pt x="2597424" y="61621"/>
                </a:lnTo>
                <a:lnTo>
                  <a:pt x="2574926" y="23350"/>
                </a:lnTo>
                <a:lnTo>
                  <a:pt x="2552047" y="1643"/>
                </a:lnTo>
                <a:lnTo>
                  <a:pt x="2546697" y="0"/>
                </a:lnTo>
                <a:close/>
              </a:path>
              <a:path w="2700020" h="238759">
                <a:moveTo>
                  <a:pt x="2597424" y="61621"/>
                </a:moveTo>
                <a:lnTo>
                  <a:pt x="2542027" y="61621"/>
                </a:lnTo>
                <a:lnTo>
                  <a:pt x="2582999" y="129388"/>
                </a:lnTo>
                <a:lnTo>
                  <a:pt x="2500768" y="129388"/>
                </a:lnTo>
                <a:lnTo>
                  <a:pt x="2475881" y="170267"/>
                </a:lnTo>
                <a:lnTo>
                  <a:pt x="2607417" y="170267"/>
                </a:lnTo>
                <a:lnTo>
                  <a:pt x="2647249" y="236066"/>
                </a:lnTo>
                <a:lnTo>
                  <a:pt x="2699970" y="236066"/>
                </a:lnTo>
                <a:lnTo>
                  <a:pt x="2597424" y="61621"/>
                </a:lnTo>
                <a:close/>
              </a:path>
              <a:path w="2700020" h="238759">
                <a:moveTo>
                  <a:pt x="2500768" y="129388"/>
                </a:moveTo>
                <a:lnTo>
                  <a:pt x="2485023" y="129388"/>
                </a:lnTo>
                <a:lnTo>
                  <a:pt x="2460103" y="170267"/>
                </a:lnTo>
                <a:lnTo>
                  <a:pt x="2475881" y="170267"/>
                </a:lnTo>
                <a:lnTo>
                  <a:pt x="2500768" y="129388"/>
                </a:lnTo>
                <a:close/>
              </a:path>
            </a:pathLst>
          </a:custGeom>
          <a:solidFill>
            <a:srgbClr val="5757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2010108" y="9686500"/>
            <a:ext cx="1600200" cy="236854"/>
          </a:xfrm>
          <a:custGeom>
            <a:avLst/>
            <a:gdLst/>
            <a:ahLst/>
            <a:cxnLst/>
            <a:rect l="l" t="t" r="r" b="b"/>
            <a:pathLst>
              <a:path w="1600200" h="236854">
                <a:moveTo>
                  <a:pt x="251049" y="1057"/>
                </a:moveTo>
                <a:lnTo>
                  <a:pt x="73317" y="1057"/>
                </a:lnTo>
                <a:lnTo>
                  <a:pt x="56874" y="2330"/>
                </a:lnTo>
                <a:lnTo>
                  <a:pt x="18334" y="21371"/>
                </a:lnTo>
                <a:lnTo>
                  <a:pt x="0" y="65840"/>
                </a:lnTo>
                <a:lnTo>
                  <a:pt x="1146" y="78584"/>
                </a:lnTo>
                <a:lnTo>
                  <a:pt x="29381" y="119537"/>
                </a:lnTo>
                <a:lnTo>
                  <a:pt x="73317" y="130938"/>
                </a:lnTo>
                <a:lnTo>
                  <a:pt x="184601" y="130938"/>
                </a:lnTo>
                <a:lnTo>
                  <a:pt x="194375" y="131551"/>
                </a:lnTo>
                <a:lnTo>
                  <a:pt x="228150" y="153984"/>
                </a:lnTo>
                <a:lnTo>
                  <a:pt x="228150" y="171418"/>
                </a:lnTo>
                <a:lnTo>
                  <a:pt x="194239" y="194761"/>
                </a:lnTo>
                <a:lnTo>
                  <a:pt x="184601" y="195397"/>
                </a:lnTo>
                <a:lnTo>
                  <a:pt x="5235" y="195397"/>
                </a:lnTo>
                <a:lnTo>
                  <a:pt x="5235" y="236327"/>
                </a:lnTo>
                <a:lnTo>
                  <a:pt x="184601" y="236327"/>
                </a:lnTo>
                <a:lnTo>
                  <a:pt x="233047" y="223610"/>
                </a:lnTo>
                <a:lnTo>
                  <a:pt x="260141" y="191070"/>
                </a:lnTo>
                <a:lnTo>
                  <a:pt x="265133" y="163680"/>
                </a:lnTo>
                <a:lnTo>
                  <a:pt x="263863" y="149350"/>
                </a:lnTo>
                <a:lnTo>
                  <a:pt x="244840" y="112959"/>
                </a:lnTo>
                <a:lnTo>
                  <a:pt x="202485" y="91498"/>
                </a:lnTo>
                <a:lnTo>
                  <a:pt x="184601" y="90070"/>
                </a:lnTo>
                <a:lnTo>
                  <a:pt x="64343" y="90070"/>
                </a:lnTo>
                <a:lnTo>
                  <a:pt x="57286" y="87547"/>
                </a:lnTo>
                <a:lnTo>
                  <a:pt x="47464" y="78165"/>
                </a:lnTo>
                <a:lnTo>
                  <a:pt x="45181" y="72730"/>
                </a:lnTo>
                <a:lnTo>
                  <a:pt x="45181" y="59642"/>
                </a:lnTo>
                <a:lnTo>
                  <a:pt x="47652" y="53956"/>
                </a:lnTo>
                <a:lnTo>
                  <a:pt x="52710" y="49181"/>
                </a:lnTo>
                <a:lnTo>
                  <a:pt x="57725" y="44365"/>
                </a:lnTo>
                <a:lnTo>
                  <a:pt x="64594" y="41977"/>
                </a:lnTo>
                <a:lnTo>
                  <a:pt x="251049" y="41977"/>
                </a:lnTo>
                <a:lnTo>
                  <a:pt x="251049" y="1057"/>
                </a:lnTo>
                <a:close/>
              </a:path>
              <a:path w="1600200" h="236854">
                <a:moveTo>
                  <a:pt x="419945" y="41977"/>
                </a:moveTo>
                <a:lnTo>
                  <a:pt x="379025" y="41977"/>
                </a:lnTo>
                <a:lnTo>
                  <a:pt x="379025" y="236327"/>
                </a:lnTo>
                <a:lnTo>
                  <a:pt x="419945" y="236327"/>
                </a:lnTo>
                <a:lnTo>
                  <a:pt x="419945" y="41977"/>
                </a:lnTo>
                <a:close/>
              </a:path>
              <a:path w="1600200" h="236854">
                <a:moveTo>
                  <a:pt x="512581" y="1057"/>
                </a:moveTo>
                <a:lnTo>
                  <a:pt x="286075" y="1057"/>
                </a:lnTo>
                <a:lnTo>
                  <a:pt x="286075" y="41977"/>
                </a:lnTo>
                <a:lnTo>
                  <a:pt x="512581" y="41977"/>
                </a:lnTo>
                <a:lnTo>
                  <a:pt x="512581" y="1057"/>
                </a:lnTo>
                <a:close/>
              </a:path>
              <a:path w="1600200" h="236854">
                <a:moveTo>
                  <a:pt x="743631" y="1057"/>
                </a:moveTo>
                <a:lnTo>
                  <a:pt x="540370" y="1057"/>
                </a:lnTo>
                <a:lnTo>
                  <a:pt x="540370" y="236327"/>
                </a:lnTo>
                <a:lnTo>
                  <a:pt x="743631" y="236327"/>
                </a:lnTo>
                <a:lnTo>
                  <a:pt x="743631" y="195397"/>
                </a:lnTo>
                <a:lnTo>
                  <a:pt x="581301" y="195397"/>
                </a:lnTo>
                <a:lnTo>
                  <a:pt x="581301" y="137503"/>
                </a:lnTo>
                <a:lnTo>
                  <a:pt x="577804" y="137503"/>
                </a:lnTo>
                <a:lnTo>
                  <a:pt x="577804" y="96625"/>
                </a:lnTo>
                <a:lnTo>
                  <a:pt x="581301" y="96625"/>
                </a:lnTo>
                <a:lnTo>
                  <a:pt x="581301" y="41977"/>
                </a:lnTo>
                <a:lnTo>
                  <a:pt x="743631" y="41977"/>
                </a:lnTo>
                <a:lnTo>
                  <a:pt x="743631" y="1057"/>
                </a:lnTo>
                <a:close/>
              </a:path>
              <a:path w="1600200" h="236854">
                <a:moveTo>
                  <a:pt x="581301" y="96625"/>
                </a:moveTo>
                <a:lnTo>
                  <a:pt x="577804" y="96625"/>
                </a:lnTo>
                <a:lnTo>
                  <a:pt x="577804" y="137503"/>
                </a:lnTo>
                <a:lnTo>
                  <a:pt x="581301" y="137503"/>
                </a:lnTo>
                <a:lnTo>
                  <a:pt x="581301" y="96625"/>
                </a:lnTo>
                <a:close/>
              </a:path>
              <a:path w="1600200" h="236854">
                <a:moveTo>
                  <a:pt x="733181" y="96625"/>
                </a:moveTo>
                <a:lnTo>
                  <a:pt x="581301" y="96625"/>
                </a:lnTo>
                <a:lnTo>
                  <a:pt x="581301" y="137503"/>
                </a:lnTo>
                <a:lnTo>
                  <a:pt x="733181" y="137503"/>
                </a:lnTo>
                <a:lnTo>
                  <a:pt x="733181" y="96625"/>
                </a:lnTo>
                <a:close/>
              </a:path>
              <a:path w="1600200" h="236854">
                <a:moveTo>
                  <a:pt x="1034963" y="1057"/>
                </a:moveTo>
                <a:lnTo>
                  <a:pt x="902412" y="1057"/>
                </a:lnTo>
                <a:lnTo>
                  <a:pt x="875434" y="3308"/>
                </a:lnTo>
                <a:lnTo>
                  <a:pt x="830591" y="21306"/>
                </a:lnTo>
                <a:lnTo>
                  <a:pt x="800107" y="53898"/>
                </a:lnTo>
                <a:lnTo>
                  <a:pt x="785710" y="93494"/>
                </a:lnTo>
                <a:lnTo>
                  <a:pt x="783913" y="116237"/>
                </a:lnTo>
                <a:lnTo>
                  <a:pt x="785795" y="139423"/>
                </a:lnTo>
                <a:lnTo>
                  <a:pt x="800849" y="180637"/>
                </a:lnTo>
                <a:lnTo>
                  <a:pt x="832066" y="215142"/>
                </a:lnTo>
                <a:lnTo>
                  <a:pt x="876258" y="233973"/>
                </a:lnTo>
                <a:lnTo>
                  <a:pt x="902412" y="236327"/>
                </a:lnTo>
                <a:lnTo>
                  <a:pt x="1034963" y="236327"/>
                </a:lnTo>
                <a:lnTo>
                  <a:pt x="1034963" y="195397"/>
                </a:lnTo>
                <a:lnTo>
                  <a:pt x="902412" y="195397"/>
                </a:lnTo>
                <a:lnTo>
                  <a:pt x="884431" y="193847"/>
                </a:lnTo>
                <a:lnTo>
                  <a:pt x="842822" y="170560"/>
                </a:lnTo>
                <a:lnTo>
                  <a:pt x="825270" y="131651"/>
                </a:lnTo>
                <a:lnTo>
                  <a:pt x="824498" y="116237"/>
                </a:lnTo>
                <a:lnTo>
                  <a:pt x="826269" y="101642"/>
                </a:lnTo>
                <a:lnTo>
                  <a:pt x="845115" y="65181"/>
                </a:lnTo>
                <a:lnTo>
                  <a:pt x="885564" y="43428"/>
                </a:lnTo>
                <a:lnTo>
                  <a:pt x="902412" y="41977"/>
                </a:lnTo>
                <a:lnTo>
                  <a:pt x="1034963" y="41977"/>
                </a:lnTo>
                <a:lnTo>
                  <a:pt x="1034963" y="1057"/>
                </a:lnTo>
                <a:close/>
              </a:path>
              <a:path w="1600200" h="236854">
                <a:moveTo>
                  <a:pt x="1104667" y="1057"/>
                </a:moveTo>
                <a:lnTo>
                  <a:pt x="1063768" y="1057"/>
                </a:lnTo>
                <a:lnTo>
                  <a:pt x="1063768" y="236327"/>
                </a:lnTo>
                <a:lnTo>
                  <a:pt x="1266663" y="236327"/>
                </a:lnTo>
                <a:lnTo>
                  <a:pt x="1266663" y="195397"/>
                </a:lnTo>
                <a:lnTo>
                  <a:pt x="1104667" y="195397"/>
                </a:lnTo>
                <a:lnTo>
                  <a:pt x="1104667" y="1057"/>
                </a:lnTo>
                <a:close/>
              </a:path>
              <a:path w="1600200" h="236854">
                <a:moveTo>
                  <a:pt x="1446573" y="0"/>
                </a:moveTo>
                <a:lnTo>
                  <a:pt x="1441788" y="439"/>
                </a:lnTo>
                <a:lnTo>
                  <a:pt x="1437432" y="649"/>
                </a:lnTo>
                <a:lnTo>
                  <a:pt x="1432427" y="2722"/>
                </a:lnTo>
                <a:lnTo>
                  <a:pt x="1426731" y="6638"/>
                </a:lnTo>
                <a:lnTo>
                  <a:pt x="1420166" y="10983"/>
                </a:lnTo>
                <a:lnTo>
                  <a:pt x="1414836" y="16564"/>
                </a:lnTo>
                <a:lnTo>
                  <a:pt x="1410700" y="23329"/>
                </a:lnTo>
                <a:lnTo>
                  <a:pt x="1283060" y="235992"/>
                </a:lnTo>
                <a:lnTo>
                  <a:pt x="1335728" y="235992"/>
                </a:lnTo>
                <a:lnTo>
                  <a:pt x="1375779" y="170204"/>
                </a:lnTo>
                <a:lnTo>
                  <a:pt x="1364251" y="170204"/>
                </a:lnTo>
                <a:lnTo>
                  <a:pt x="1389172" y="129304"/>
                </a:lnTo>
                <a:lnTo>
                  <a:pt x="1400678" y="129304"/>
                </a:lnTo>
                <a:lnTo>
                  <a:pt x="1441914" y="61568"/>
                </a:lnTo>
                <a:lnTo>
                  <a:pt x="1497340" y="61568"/>
                </a:lnTo>
                <a:lnTo>
                  <a:pt x="1474855" y="23329"/>
                </a:lnTo>
                <a:lnTo>
                  <a:pt x="1451955" y="1622"/>
                </a:lnTo>
                <a:lnTo>
                  <a:pt x="1446573" y="0"/>
                </a:lnTo>
                <a:close/>
              </a:path>
              <a:path w="1600200" h="236854">
                <a:moveTo>
                  <a:pt x="1497340" y="61568"/>
                </a:moveTo>
                <a:lnTo>
                  <a:pt x="1441914" y="61568"/>
                </a:lnTo>
                <a:lnTo>
                  <a:pt x="1482886" y="129304"/>
                </a:lnTo>
                <a:lnTo>
                  <a:pt x="1400678" y="129304"/>
                </a:lnTo>
                <a:lnTo>
                  <a:pt x="1375779" y="170204"/>
                </a:lnTo>
                <a:lnTo>
                  <a:pt x="1507294" y="170204"/>
                </a:lnTo>
                <a:lnTo>
                  <a:pt x="1547104" y="235992"/>
                </a:lnTo>
                <a:lnTo>
                  <a:pt x="1599898" y="235992"/>
                </a:lnTo>
                <a:lnTo>
                  <a:pt x="1497340" y="61568"/>
                </a:lnTo>
                <a:close/>
              </a:path>
              <a:path w="1600200" h="236854">
                <a:moveTo>
                  <a:pt x="1400678" y="129304"/>
                </a:moveTo>
                <a:lnTo>
                  <a:pt x="1389172" y="129304"/>
                </a:lnTo>
                <a:lnTo>
                  <a:pt x="1364251" y="170204"/>
                </a:lnTo>
                <a:lnTo>
                  <a:pt x="1375779" y="170204"/>
                </a:lnTo>
                <a:lnTo>
                  <a:pt x="1400678" y="129304"/>
                </a:lnTo>
                <a:close/>
              </a:path>
            </a:pathLst>
          </a:custGeom>
          <a:solidFill>
            <a:srgbClr val="57575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3" name="object 3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121100" y="9654648"/>
            <a:ext cx="4052231" cy="9023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1">
            <a:extLst>
              <a:ext uri="{FF2B5EF4-FFF2-40B4-BE49-F238E27FC236}">
                <a16:creationId xmlns:a16="http://schemas.microsoft.com/office/drawing/2014/main" id="{5C041AEF-DFB7-AE5E-DFC2-BF7AEFFBA938}"/>
              </a:ext>
            </a:extLst>
          </p:cNvPr>
          <p:cNvSpPr txBox="1">
            <a:spLocks/>
          </p:cNvSpPr>
          <p:nvPr/>
        </p:nvSpPr>
        <p:spPr>
          <a:xfrm>
            <a:off x="1492214" y="1114502"/>
            <a:ext cx="3879850" cy="13652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pt-BR" sz="4400" b="1" kern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Objetivos</a:t>
            </a:r>
            <a:br>
              <a:rPr lang="pt-BR" sz="4400" kern="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rPr>
            </a:br>
            <a:endParaRPr lang="pt-BR" kern="0" spc="200" dirty="0">
              <a:solidFill>
                <a:sysClr val="windowText" lastClr="000000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object 12">
            <a:extLst>
              <a:ext uri="{FF2B5EF4-FFF2-40B4-BE49-F238E27FC236}">
                <a16:creationId xmlns:a16="http://schemas.microsoft.com/office/drawing/2014/main" id="{07B16FE7-DACD-5393-A2E8-1AE99D6DE257}"/>
              </a:ext>
            </a:extLst>
          </p:cNvPr>
          <p:cNvSpPr/>
          <p:nvPr/>
        </p:nvSpPr>
        <p:spPr>
          <a:xfrm>
            <a:off x="1480779" y="4128907"/>
            <a:ext cx="617855" cy="618490"/>
          </a:xfrm>
          <a:custGeom>
            <a:avLst/>
            <a:gdLst/>
            <a:ahLst/>
            <a:cxnLst/>
            <a:rect l="l" t="t" r="r" b="b"/>
            <a:pathLst>
              <a:path w="617855" h="618489">
                <a:moveTo>
                  <a:pt x="557030" y="0"/>
                </a:moveTo>
                <a:lnTo>
                  <a:pt x="60773" y="0"/>
                </a:lnTo>
                <a:lnTo>
                  <a:pt x="37119" y="4775"/>
                </a:lnTo>
                <a:lnTo>
                  <a:pt x="17801" y="17797"/>
                </a:lnTo>
                <a:lnTo>
                  <a:pt x="4776" y="37115"/>
                </a:lnTo>
                <a:lnTo>
                  <a:pt x="0" y="60773"/>
                </a:lnTo>
                <a:lnTo>
                  <a:pt x="0" y="557113"/>
                </a:lnTo>
                <a:lnTo>
                  <a:pt x="4776" y="580767"/>
                </a:lnTo>
                <a:lnTo>
                  <a:pt x="17801" y="600085"/>
                </a:lnTo>
                <a:lnTo>
                  <a:pt x="37119" y="613110"/>
                </a:lnTo>
                <a:lnTo>
                  <a:pt x="60773" y="617886"/>
                </a:lnTo>
                <a:lnTo>
                  <a:pt x="557030" y="617886"/>
                </a:lnTo>
                <a:lnTo>
                  <a:pt x="580682" y="613110"/>
                </a:lnTo>
                <a:lnTo>
                  <a:pt x="599996" y="600085"/>
                </a:lnTo>
                <a:lnTo>
                  <a:pt x="613017" y="580767"/>
                </a:lnTo>
                <a:lnTo>
                  <a:pt x="617792" y="557113"/>
                </a:lnTo>
                <a:lnTo>
                  <a:pt x="617792" y="60773"/>
                </a:lnTo>
                <a:lnTo>
                  <a:pt x="613017" y="37115"/>
                </a:lnTo>
                <a:lnTo>
                  <a:pt x="599996" y="17797"/>
                </a:lnTo>
                <a:lnTo>
                  <a:pt x="580682" y="4775"/>
                </a:lnTo>
                <a:lnTo>
                  <a:pt x="557030" y="0"/>
                </a:lnTo>
                <a:close/>
              </a:path>
            </a:pathLst>
          </a:custGeom>
          <a:solidFill>
            <a:srgbClr val="A6A2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13">
            <a:extLst>
              <a:ext uri="{FF2B5EF4-FFF2-40B4-BE49-F238E27FC236}">
                <a16:creationId xmlns:a16="http://schemas.microsoft.com/office/drawing/2014/main" id="{850E4AE4-2A24-D804-4BA4-0EB16C8B7282}"/>
              </a:ext>
            </a:extLst>
          </p:cNvPr>
          <p:cNvSpPr txBox="1"/>
          <p:nvPr/>
        </p:nvSpPr>
        <p:spPr>
          <a:xfrm>
            <a:off x="2342387" y="2605821"/>
            <a:ext cx="9538463" cy="196630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21800"/>
              </a:lnSpc>
              <a:spcBef>
                <a:spcPts val="90"/>
              </a:spcBef>
            </a:pPr>
            <a:r>
              <a:rPr sz="2200" spc="6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Apresentar </a:t>
            </a:r>
            <a:r>
              <a:rPr sz="2200" spc="15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e </a:t>
            </a:r>
            <a:r>
              <a:rPr sz="2200" spc="4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orientar </a:t>
            </a:r>
            <a:r>
              <a:rPr sz="2200" spc="8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equipes </a:t>
            </a:r>
            <a:r>
              <a:rPr sz="2200" spc="5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residentes </a:t>
            </a:r>
            <a:r>
              <a:rPr sz="2200" spc="6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no </a:t>
            </a:r>
            <a:r>
              <a:rPr sz="2200" spc="12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GB </a:t>
            </a:r>
            <a:r>
              <a:rPr sz="2200" spc="6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sobre </a:t>
            </a:r>
            <a:r>
              <a:rPr sz="2200" spc="28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a </a:t>
            </a:r>
            <a:r>
              <a:rPr sz="2200" spc="29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9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padronização </a:t>
            </a:r>
            <a:r>
              <a:rPr sz="2200" spc="15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e </a:t>
            </a:r>
            <a:r>
              <a:rPr sz="2200" spc="7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otimização dos processos </a:t>
            </a:r>
            <a:r>
              <a:rPr sz="2200" spc="8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necessários </a:t>
            </a:r>
            <a:r>
              <a:rPr sz="2200" spc="15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para </a:t>
            </a:r>
            <a:r>
              <a:rPr sz="2200" spc="28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a </a:t>
            </a:r>
            <a:r>
              <a:rPr sz="2200" spc="-68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11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execução</a:t>
            </a:r>
            <a:r>
              <a:rPr sz="2200" spc="-10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13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de</a:t>
            </a:r>
            <a:r>
              <a:rPr sz="2200" spc="-10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8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tarefas</a:t>
            </a:r>
            <a:r>
              <a:rPr sz="2200" spc="-9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5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dentro</a:t>
            </a:r>
            <a:r>
              <a:rPr sz="2200" spc="-10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7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dos</a:t>
            </a:r>
            <a:r>
              <a:rPr sz="2200" spc="-9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10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padrões</a:t>
            </a:r>
            <a:r>
              <a:rPr sz="2200" spc="-10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15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e</a:t>
            </a:r>
            <a:r>
              <a:rPr sz="2200" spc="-9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10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qualidade</a:t>
            </a:r>
            <a:r>
              <a:rPr sz="2200" spc="-10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9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esperada.</a:t>
            </a:r>
            <a:endParaRPr sz="2200" dirty="0">
              <a:latin typeface="Poppins" pitchFamily="2" charset="77"/>
              <a:cs typeface="Poppins" pitchFamily="2" charset="77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450" dirty="0">
              <a:latin typeface="Poppins" pitchFamily="2" charset="77"/>
              <a:cs typeface="Poppins" pitchFamily="2" charset="77"/>
            </a:endParaRPr>
          </a:p>
          <a:p>
            <a:pPr marL="12700">
              <a:lnSpc>
                <a:spcPct val="100000"/>
              </a:lnSpc>
            </a:pPr>
            <a:r>
              <a:rPr sz="2200" spc="7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Respostas</a:t>
            </a:r>
            <a:r>
              <a:rPr sz="2200" spc="-10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15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das</a:t>
            </a:r>
            <a:r>
              <a:rPr sz="2200" spc="-10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8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perguntas</a:t>
            </a:r>
            <a:r>
              <a:rPr sz="2200" spc="-10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13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básicas</a:t>
            </a:r>
            <a:r>
              <a:rPr sz="2200" spc="-10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17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na</a:t>
            </a:r>
            <a:r>
              <a:rPr sz="2200" spc="-10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13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elaboração</a:t>
            </a:r>
            <a:r>
              <a:rPr sz="2200" spc="-10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13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de</a:t>
            </a:r>
            <a:r>
              <a:rPr sz="2200" spc="-10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4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tarefas:</a:t>
            </a:r>
            <a:endParaRPr sz="22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" name="object 14">
            <a:extLst>
              <a:ext uri="{FF2B5EF4-FFF2-40B4-BE49-F238E27FC236}">
                <a16:creationId xmlns:a16="http://schemas.microsoft.com/office/drawing/2014/main" id="{D2FA356C-EA5B-A3FD-CB4B-CFF84D0C9665}"/>
              </a:ext>
            </a:extLst>
          </p:cNvPr>
          <p:cNvSpPr txBox="1"/>
          <p:nvPr/>
        </p:nvSpPr>
        <p:spPr>
          <a:xfrm>
            <a:off x="2339303" y="4747397"/>
            <a:ext cx="7775276" cy="1255472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2200" b="1" spc="12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Quem?</a:t>
            </a:r>
            <a:r>
              <a:rPr sz="2200" b="1" spc="-4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7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Responsáveis</a:t>
            </a:r>
            <a:endParaRPr sz="2200" dirty="0">
              <a:latin typeface="Poppins" pitchFamily="2" charset="77"/>
              <a:cs typeface="Poppins" pitchFamily="2" charset="77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200" b="1" spc="10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Quando?</a:t>
            </a:r>
            <a:r>
              <a:rPr sz="2200" b="1" spc="-3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12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Cronograma</a:t>
            </a:r>
            <a:r>
              <a:rPr sz="2200" spc="-11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15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e</a:t>
            </a:r>
            <a:r>
              <a:rPr sz="2200" spc="-11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11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sequência</a:t>
            </a:r>
            <a:r>
              <a:rPr sz="2200" spc="-114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6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executiva</a:t>
            </a:r>
            <a:endParaRPr sz="2200" dirty="0">
              <a:latin typeface="Poppins" pitchFamily="2" charset="77"/>
              <a:cs typeface="Poppins" pitchFamily="2" charset="77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200" b="1" spc="10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Como?</a:t>
            </a:r>
            <a:r>
              <a:rPr sz="2200" b="1" spc="-2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8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Documentos</a:t>
            </a:r>
            <a:r>
              <a:rPr sz="2200" spc="-10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15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e</a:t>
            </a:r>
            <a:r>
              <a:rPr sz="2200" spc="-10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8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procedimentos</a:t>
            </a:r>
            <a:endParaRPr sz="22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6" name="object 15">
            <a:extLst>
              <a:ext uri="{FF2B5EF4-FFF2-40B4-BE49-F238E27FC236}">
                <a16:creationId xmlns:a16="http://schemas.microsoft.com/office/drawing/2014/main" id="{2B599377-E253-A22E-1FD1-A7C88B7C5C5D}"/>
              </a:ext>
            </a:extLst>
          </p:cNvPr>
          <p:cNvSpPr txBox="1"/>
          <p:nvPr/>
        </p:nvSpPr>
        <p:spPr>
          <a:xfrm>
            <a:off x="2342387" y="6569075"/>
            <a:ext cx="9680276" cy="270766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1168400">
              <a:lnSpc>
                <a:spcPct val="121800"/>
              </a:lnSpc>
              <a:spcBef>
                <a:spcPts val="90"/>
              </a:spcBef>
            </a:pPr>
            <a:r>
              <a:rPr sz="2200" spc="5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Elevar</a:t>
            </a:r>
            <a:r>
              <a:rPr sz="2200" spc="-9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28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a</a:t>
            </a:r>
            <a:r>
              <a:rPr sz="2200" spc="-9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6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produtividade</a:t>
            </a:r>
            <a:r>
              <a:rPr sz="2200" spc="-9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15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e</a:t>
            </a:r>
            <a:r>
              <a:rPr sz="2200" spc="-9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6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evitar</a:t>
            </a:r>
            <a:r>
              <a:rPr sz="2200" spc="-9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7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o</a:t>
            </a:r>
            <a:r>
              <a:rPr sz="2200" spc="-9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6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desperdício</a:t>
            </a:r>
            <a:r>
              <a:rPr sz="2200" spc="-9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13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de</a:t>
            </a:r>
            <a:r>
              <a:rPr sz="2200" spc="-9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2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recursos, </a:t>
            </a:r>
            <a:r>
              <a:rPr sz="2200" spc="-68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6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resultando</a:t>
            </a:r>
            <a:r>
              <a:rPr sz="2200" spc="-11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19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em</a:t>
            </a:r>
            <a:r>
              <a:rPr sz="2200" spc="-10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8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maior</a:t>
            </a:r>
            <a:r>
              <a:rPr sz="2200" spc="-10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7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eficiência</a:t>
            </a:r>
            <a:r>
              <a:rPr sz="2200" spc="-10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6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operacional.</a:t>
            </a:r>
            <a:endParaRPr sz="2200" dirty="0">
              <a:latin typeface="Poppins" pitchFamily="2" charset="77"/>
              <a:cs typeface="Poppins" pitchFamily="2" charset="77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2050" dirty="0">
              <a:latin typeface="Poppins" pitchFamily="2" charset="77"/>
              <a:cs typeface="Poppins" pitchFamily="2" charset="77"/>
            </a:endParaRPr>
          </a:p>
          <a:p>
            <a:pPr marL="12700" marR="5080">
              <a:lnSpc>
                <a:spcPct val="121800"/>
              </a:lnSpc>
              <a:spcBef>
                <a:spcPts val="5"/>
              </a:spcBef>
            </a:pPr>
            <a:r>
              <a:rPr sz="2200" spc="-1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Diminuir</a:t>
            </a:r>
            <a:r>
              <a:rPr sz="2200" spc="-10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-2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erros,</a:t>
            </a:r>
            <a:r>
              <a:rPr sz="2200" spc="-9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114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brechas</a:t>
            </a:r>
            <a:r>
              <a:rPr sz="2200" spc="-9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15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e</a:t>
            </a:r>
            <a:r>
              <a:rPr sz="2200" spc="-9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2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ruídos</a:t>
            </a:r>
            <a:r>
              <a:rPr sz="2200" spc="-9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17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com</a:t>
            </a:r>
            <a:r>
              <a:rPr sz="2200" spc="-9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8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informações</a:t>
            </a:r>
            <a:r>
              <a:rPr sz="2200" spc="-9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11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claras</a:t>
            </a:r>
            <a:r>
              <a:rPr sz="2200" spc="-9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6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sobre</a:t>
            </a:r>
            <a:r>
              <a:rPr sz="2200" spc="-9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5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os </a:t>
            </a:r>
            <a:r>
              <a:rPr sz="2200" spc="-68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8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direcionamentos</a:t>
            </a:r>
            <a:r>
              <a:rPr sz="2200" spc="-11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28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a</a:t>
            </a:r>
            <a:r>
              <a:rPr sz="2200" spc="-10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seguir.</a:t>
            </a:r>
            <a:endParaRPr sz="2200" dirty="0">
              <a:latin typeface="Poppins" pitchFamily="2" charset="77"/>
              <a:cs typeface="Poppins" pitchFamily="2" charset="77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450" dirty="0">
              <a:latin typeface="Poppins" pitchFamily="2" charset="77"/>
              <a:cs typeface="Poppins" pitchFamily="2" charset="77"/>
            </a:endParaRPr>
          </a:p>
          <a:p>
            <a:pPr marL="12700">
              <a:lnSpc>
                <a:spcPct val="100000"/>
              </a:lnSpc>
            </a:pPr>
            <a:r>
              <a:rPr sz="2200" spc="6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Garantir</a:t>
            </a:r>
            <a:r>
              <a:rPr sz="2200" spc="-10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28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a</a:t>
            </a:r>
            <a:r>
              <a:rPr sz="2200" spc="-9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3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clareza,</a:t>
            </a:r>
            <a:r>
              <a:rPr sz="2200" spc="-10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7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rastreabilidade</a:t>
            </a:r>
            <a:r>
              <a:rPr sz="2200" spc="-9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15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e</a:t>
            </a:r>
            <a:r>
              <a:rPr sz="2200" spc="-10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9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transparência</a:t>
            </a:r>
            <a:r>
              <a:rPr sz="2200" spc="-9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9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do</a:t>
            </a:r>
            <a:r>
              <a:rPr sz="2200" spc="-10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200" spc="4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processo</a:t>
            </a:r>
            <a:r>
              <a:rPr sz="2200" spc="45" dirty="0">
                <a:solidFill>
                  <a:srgbClr val="565555"/>
                </a:solidFill>
                <a:latin typeface="Lucida Sans Unicode"/>
                <a:cs typeface="Lucida Sans Unicode"/>
              </a:rPr>
              <a:t>.</a:t>
            </a:r>
            <a:endParaRPr sz="2200" dirty="0">
              <a:latin typeface="Lucida Sans Unicode"/>
              <a:cs typeface="Lucida Sans Unicode"/>
            </a:endParaRPr>
          </a:p>
        </p:txBody>
      </p:sp>
      <p:sp>
        <p:nvSpPr>
          <p:cNvPr id="7" name="object 16">
            <a:extLst>
              <a:ext uri="{FF2B5EF4-FFF2-40B4-BE49-F238E27FC236}">
                <a16:creationId xmlns:a16="http://schemas.microsoft.com/office/drawing/2014/main" id="{5C460A24-0537-862A-986C-689487E519A5}"/>
              </a:ext>
            </a:extLst>
          </p:cNvPr>
          <p:cNvSpPr/>
          <p:nvPr/>
        </p:nvSpPr>
        <p:spPr>
          <a:xfrm>
            <a:off x="1493155" y="2721330"/>
            <a:ext cx="617855" cy="618490"/>
          </a:xfrm>
          <a:custGeom>
            <a:avLst/>
            <a:gdLst/>
            <a:ahLst/>
            <a:cxnLst/>
            <a:rect l="l" t="t" r="r" b="b"/>
            <a:pathLst>
              <a:path w="617855" h="618489">
                <a:moveTo>
                  <a:pt x="557030" y="0"/>
                </a:moveTo>
                <a:lnTo>
                  <a:pt x="60773" y="0"/>
                </a:lnTo>
                <a:lnTo>
                  <a:pt x="37119" y="4775"/>
                </a:lnTo>
                <a:lnTo>
                  <a:pt x="17801" y="17797"/>
                </a:lnTo>
                <a:lnTo>
                  <a:pt x="4776" y="37115"/>
                </a:lnTo>
                <a:lnTo>
                  <a:pt x="0" y="60773"/>
                </a:lnTo>
                <a:lnTo>
                  <a:pt x="0" y="557113"/>
                </a:lnTo>
                <a:lnTo>
                  <a:pt x="4776" y="580767"/>
                </a:lnTo>
                <a:lnTo>
                  <a:pt x="17801" y="600085"/>
                </a:lnTo>
                <a:lnTo>
                  <a:pt x="37119" y="613110"/>
                </a:lnTo>
                <a:lnTo>
                  <a:pt x="60773" y="617886"/>
                </a:lnTo>
                <a:lnTo>
                  <a:pt x="557030" y="617886"/>
                </a:lnTo>
                <a:lnTo>
                  <a:pt x="580682" y="613110"/>
                </a:lnTo>
                <a:lnTo>
                  <a:pt x="599996" y="600085"/>
                </a:lnTo>
                <a:lnTo>
                  <a:pt x="613017" y="580767"/>
                </a:lnTo>
                <a:lnTo>
                  <a:pt x="617792" y="557113"/>
                </a:lnTo>
                <a:lnTo>
                  <a:pt x="617792" y="60773"/>
                </a:lnTo>
                <a:lnTo>
                  <a:pt x="613017" y="37115"/>
                </a:lnTo>
                <a:lnTo>
                  <a:pt x="599996" y="17797"/>
                </a:lnTo>
                <a:lnTo>
                  <a:pt x="580682" y="4775"/>
                </a:lnTo>
                <a:lnTo>
                  <a:pt x="557030" y="0"/>
                </a:lnTo>
                <a:close/>
              </a:path>
            </a:pathLst>
          </a:custGeom>
          <a:solidFill>
            <a:srgbClr val="A6A2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7">
            <a:extLst>
              <a:ext uri="{FF2B5EF4-FFF2-40B4-BE49-F238E27FC236}">
                <a16:creationId xmlns:a16="http://schemas.microsoft.com/office/drawing/2014/main" id="{CEE65D9E-5644-C5A9-E860-C1DEC5BF4B50}"/>
              </a:ext>
            </a:extLst>
          </p:cNvPr>
          <p:cNvSpPr/>
          <p:nvPr/>
        </p:nvSpPr>
        <p:spPr>
          <a:xfrm>
            <a:off x="1493155" y="6637371"/>
            <a:ext cx="617855" cy="618490"/>
          </a:xfrm>
          <a:custGeom>
            <a:avLst/>
            <a:gdLst/>
            <a:ahLst/>
            <a:cxnLst/>
            <a:rect l="l" t="t" r="r" b="b"/>
            <a:pathLst>
              <a:path w="617855" h="618490">
                <a:moveTo>
                  <a:pt x="557030" y="0"/>
                </a:moveTo>
                <a:lnTo>
                  <a:pt x="60773" y="0"/>
                </a:lnTo>
                <a:lnTo>
                  <a:pt x="37119" y="4775"/>
                </a:lnTo>
                <a:lnTo>
                  <a:pt x="17801" y="17797"/>
                </a:lnTo>
                <a:lnTo>
                  <a:pt x="4776" y="37115"/>
                </a:lnTo>
                <a:lnTo>
                  <a:pt x="0" y="60773"/>
                </a:lnTo>
                <a:lnTo>
                  <a:pt x="0" y="557113"/>
                </a:lnTo>
                <a:lnTo>
                  <a:pt x="4776" y="580767"/>
                </a:lnTo>
                <a:lnTo>
                  <a:pt x="17801" y="600085"/>
                </a:lnTo>
                <a:lnTo>
                  <a:pt x="37119" y="613110"/>
                </a:lnTo>
                <a:lnTo>
                  <a:pt x="60773" y="617886"/>
                </a:lnTo>
                <a:lnTo>
                  <a:pt x="557030" y="617886"/>
                </a:lnTo>
                <a:lnTo>
                  <a:pt x="580682" y="613110"/>
                </a:lnTo>
                <a:lnTo>
                  <a:pt x="599996" y="600085"/>
                </a:lnTo>
                <a:lnTo>
                  <a:pt x="613017" y="580767"/>
                </a:lnTo>
                <a:lnTo>
                  <a:pt x="617792" y="557113"/>
                </a:lnTo>
                <a:lnTo>
                  <a:pt x="617792" y="60773"/>
                </a:lnTo>
                <a:lnTo>
                  <a:pt x="613017" y="37115"/>
                </a:lnTo>
                <a:lnTo>
                  <a:pt x="599996" y="17797"/>
                </a:lnTo>
                <a:lnTo>
                  <a:pt x="580682" y="4775"/>
                </a:lnTo>
                <a:lnTo>
                  <a:pt x="557030" y="0"/>
                </a:lnTo>
                <a:close/>
              </a:path>
            </a:pathLst>
          </a:custGeom>
          <a:solidFill>
            <a:srgbClr val="A6A2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8">
            <a:extLst>
              <a:ext uri="{FF2B5EF4-FFF2-40B4-BE49-F238E27FC236}">
                <a16:creationId xmlns:a16="http://schemas.microsoft.com/office/drawing/2014/main" id="{A1DAD84F-9D93-3A12-8ED4-58C2376B3D92}"/>
              </a:ext>
            </a:extLst>
          </p:cNvPr>
          <p:cNvSpPr/>
          <p:nvPr/>
        </p:nvSpPr>
        <p:spPr>
          <a:xfrm>
            <a:off x="1493155" y="7739017"/>
            <a:ext cx="617855" cy="618490"/>
          </a:xfrm>
          <a:custGeom>
            <a:avLst/>
            <a:gdLst/>
            <a:ahLst/>
            <a:cxnLst/>
            <a:rect l="l" t="t" r="r" b="b"/>
            <a:pathLst>
              <a:path w="617855" h="618490">
                <a:moveTo>
                  <a:pt x="557030" y="0"/>
                </a:moveTo>
                <a:lnTo>
                  <a:pt x="60773" y="0"/>
                </a:lnTo>
                <a:lnTo>
                  <a:pt x="37119" y="4775"/>
                </a:lnTo>
                <a:lnTo>
                  <a:pt x="17801" y="17797"/>
                </a:lnTo>
                <a:lnTo>
                  <a:pt x="4776" y="37115"/>
                </a:lnTo>
                <a:lnTo>
                  <a:pt x="0" y="60773"/>
                </a:lnTo>
                <a:lnTo>
                  <a:pt x="0" y="557113"/>
                </a:lnTo>
                <a:lnTo>
                  <a:pt x="4776" y="580767"/>
                </a:lnTo>
                <a:lnTo>
                  <a:pt x="17801" y="600085"/>
                </a:lnTo>
                <a:lnTo>
                  <a:pt x="37119" y="613110"/>
                </a:lnTo>
                <a:lnTo>
                  <a:pt x="60773" y="617886"/>
                </a:lnTo>
                <a:lnTo>
                  <a:pt x="557030" y="617886"/>
                </a:lnTo>
                <a:lnTo>
                  <a:pt x="580682" y="613110"/>
                </a:lnTo>
                <a:lnTo>
                  <a:pt x="599996" y="600085"/>
                </a:lnTo>
                <a:lnTo>
                  <a:pt x="613017" y="580767"/>
                </a:lnTo>
                <a:lnTo>
                  <a:pt x="617792" y="557113"/>
                </a:lnTo>
                <a:lnTo>
                  <a:pt x="617792" y="60773"/>
                </a:lnTo>
                <a:lnTo>
                  <a:pt x="613017" y="37115"/>
                </a:lnTo>
                <a:lnTo>
                  <a:pt x="599996" y="17797"/>
                </a:lnTo>
                <a:lnTo>
                  <a:pt x="580682" y="4775"/>
                </a:lnTo>
                <a:lnTo>
                  <a:pt x="557030" y="0"/>
                </a:lnTo>
                <a:close/>
              </a:path>
            </a:pathLst>
          </a:custGeom>
          <a:solidFill>
            <a:srgbClr val="A6A2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9">
            <a:extLst>
              <a:ext uri="{FF2B5EF4-FFF2-40B4-BE49-F238E27FC236}">
                <a16:creationId xmlns:a16="http://schemas.microsoft.com/office/drawing/2014/main" id="{D364DBC6-6BAC-4233-788C-B0270829D0CC}"/>
              </a:ext>
            </a:extLst>
          </p:cNvPr>
          <p:cNvSpPr/>
          <p:nvPr/>
        </p:nvSpPr>
        <p:spPr>
          <a:xfrm>
            <a:off x="1493155" y="8681397"/>
            <a:ext cx="617855" cy="618490"/>
          </a:xfrm>
          <a:custGeom>
            <a:avLst/>
            <a:gdLst/>
            <a:ahLst/>
            <a:cxnLst/>
            <a:rect l="l" t="t" r="r" b="b"/>
            <a:pathLst>
              <a:path w="617855" h="618490">
                <a:moveTo>
                  <a:pt x="557030" y="0"/>
                </a:moveTo>
                <a:lnTo>
                  <a:pt x="60773" y="0"/>
                </a:lnTo>
                <a:lnTo>
                  <a:pt x="37119" y="4775"/>
                </a:lnTo>
                <a:lnTo>
                  <a:pt x="17801" y="17797"/>
                </a:lnTo>
                <a:lnTo>
                  <a:pt x="4776" y="37115"/>
                </a:lnTo>
                <a:lnTo>
                  <a:pt x="0" y="60773"/>
                </a:lnTo>
                <a:lnTo>
                  <a:pt x="0" y="557113"/>
                </a:lnTo>
                <a:lnTo>
                  <a:pt x="4776" y="580767"/>
                </a:lnTo>
                <a:lnTo>
                  <a:pt x="17801" y="600085"/>
                </a:lnTo>
                <a:lnTo>
                  <a:pt x="37119" y="613110"/>
                </a:lnTo>
                <a:lnTo>
                  <a:pt x="60773" y="617886"/>
                </a:lnTo>
                <a:lnTo>
                  <a:pt x="557030" y="617886"/>
                </a:lnTo>
                <a:lnTo>
                  <a:pt x="580682" y="613110"/>
                </a:lnTo>
                <a:lnTo>
                  <a:pt x="599996" y="600085"/>
                </a:lnTo>
                <a:lnTo>
                  <a:pt x="613017" y="580767"/>
                </a:lnTo>
                <a:lnTo>
                  <a:pt x="617792" y="557113"/>
                </a:lnTo>
                <a:lnTo>
                  <a:pt x="617792" y="60773"/>
                </a:lnTo>
                <a:lnTo>
                  <a:pt x="613017" y="37115"/>
                </a:lnTo>
                <a:lnTo>
                  <a:pt x="599996" y="17797"/>
                </a:lnTo>
                <a:lnTo>
                  <a:pt x="580682" y="4775"/>
                </a:lnTo>
                <a:lnTo>
                  <a:pt x="557030" y="0"/>
                </a:lnTo>
                <a:close/>
              </a:path>
            </a:pathLst>
          </a:custGeom>
          <a:solidFill>
            <a:srgbClr val="A6A2A3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37">
            <a:extLst>
              <a:ext uri="{FF2B5EF4-FFF2-40B4-BE49-F238E27FC236}">
                <a16:creationId xmlns:a16="http://schemas.microsoft.com/office/drawing/2014/main" id="{B9C027FC-D0FF-8DD2-A895-FFC5AD767B97}"/>
              </a:ext>
            </a:extLst>
          </p:cNvPr>
          <p:cNvGrpSpPr/>
          <p:nvPr/>
        </p:nvGrpSpPr>
        <p:grpSpPr>
          <a:xfrm>
            <a:off x="14239916" y="1536178"/>
            <a:ext cx="4942840" cy="7644130"/>
            <a:chOff x="14239916" y="1536178"/>
            <a:chExt cx="4942840" cy="7644130"/>
          </a:xfrm>
        </p:grpSpPr>
        <p:sp>
          <p:nvSpPr>
            <p:cNvPr id="12" name="object 38">
              <a:extLst>
                <a:ext uri="{FF2B5EF4-FFF2-40B4-BE49-F238E27FC236}">
                  <a16:creationId xmlns:a16="http://schemas.microsoft.com/office/drawing/2014/main" id="{F0F42412-38C2-D47A-611F-802B037F97E2}"/>
                </a:ext>
              </a:extLst>
            </p:cNvPr>
            <p:cNvSpPr/>
            <p:nvPr/>
          </p:nvSpPr>
          <p:spPr>
            <a:xfrm>
              <a:off x="14799434" y="1536178"/>
              <a:ext cx="4383405" cy="7273290"/>
            </a:xfrm>
            <a:custGeom>
              <a:avLst/>
              <a:gdLst/>
              <a:ahLst/>
              <a:cxnLst/>
              <a:rect l="l" t="t" r="r" b="b"/>
              <a:pathLst>
                <a:path w="4383405" h="7273290">
                  <a:moveTo>
                    <a:pt x="3952036" y="0"/>
                  </a:moveTo>
                  <a:lnTo>
                    <a:pt x="431191" y="0"/>
                  </a:lnTo>
                  <a:lnTo>
                    <a:pt x="384208" y="2530"/>
                  </a:lnTo>
                  <a:lnTo>
                    <a:pt x="338690" y="9945"/>
                  </a:lnTo>
                  <a:lnTo>
                    <a:pt x="294901" y="21982"/>
                  </a:lnTo>
                  <a:lnTo>
                    <a:pt x="253104" y="38378"/>
                  </a:lnTo>
                  <a:lnTo>
                    <a:pt x="213561" y="58870"/>
                  </a:lnTo>
                  <a:lnTo>
                    <a:pt x="176535" y="83195"/>
                  </a:lnTo>
                  <a:lnTo>
                    <a:pt x="142290" y="111089"/>
                  </a:lnTo>
                  <a:lnTo>
                    <a:pt x="111089" y="142290"/>
                  </a:lnTo>
                  <a:lnTo>
                    <a:pt x="83195" y="176535"/>
                  </a:lnTo>
                  <a:lnTo>
                    <a:pt x="58870" y="213561"/>
                  </a:lnTo>
                  <a:lnTo>
                    <a:pt x="38378" y="253104"/>
                  </a:lnTo>
                  <a:lnTo>
                    <a:pt x="21982" y="294901"/>
                  </a:lnTo>
                  <a:lnTo>
                    <a:pt x="9945" y="338690"/>
                  </a:lnTo>
                  <a:lnTo>
                    <a:pt x="2530" y="384208"/>
                  </a:lnTo>
                  <a:lnTo>
                    <a:pt x="0" y="431191"/>
                  </a:lnTo>
                  <a:lnTo>
                    <a:pt x="0" y="6841477"/>
                  </a:lnTo>
                  <a:lnTo>
                    <a:pt x="2530" y="6888460"/>
                  </a:lnTo>
                  <a:lnTo>
                    <a:pt x="9945" y="6933977"/>
                  </a:lnTo>
                  <a:lnTo>
                    <a:pt x="21982" y="6977766"/>
                  </a:lnTo>
                  <a:lnTo>
                    <a:pt x="38378" y="7019564"/>
                  </a:lnTo>
                  <a:lnTo>
                    <a:pt x="58870" y="7059107"/>
                  </a:lnTo>
                  <a:lnTo>
                    <a:pt x="83195" y="7096133"/>
                  </a:lnTo>
                  <a:lnTo>
                    <a:pt x="111089" y="7130377"/>
                  </a:lnTo>
                  <a:lnTo>
                    <a:pt x="142290" y="7161579"/>
                  </a:lnTo>
                  <a:lnTo>
                    <a:pt x="176535" y="7189473"/>
                  </a:lnTo>
                  <a:lnTo>
                    <a:pt x="213561" y="7213798"/>
                  </a:lnTo>
                  <a:lnTo>
                    <a:pt x="253104" y="7234290"/>
                  </a:lnTo>
                  <a:lnTo>
                    <a:pt x="294901" y="7250686"/>
                  </a:lnTo>
                  <a:lnTo>
                    <a:pt x="338690" y="7262723"/>
                  </a:lnTo>
                  <a:lnTo>
                    <a:pt x="384208" y="7270138"/>
                  </a:lnTo>
                  <a:lnTo>
                    <a:pt x="431191" y="7272668"/>
                  </a:lnTo>
                  <a:lnTo>
                    <a:pt x="3952036" y="7272668"/>
                  </a:lnTo>
                  <a:lnTo>
                    <a:pt x="3999019" y="7270138"/>
                  </a:lnTo>
                  <a:lnTo>
                    <a:pt x="4044537" y="7262723"/>
                  </a:lnTo>
                  <a:lnTo>
                    <a:pt x="4088326" y="7250686"/>
                  </a:lnTo>
                  <a:lnTo>
                    <a:pt x="4130123" y="7234290"/>
                  </a:lnTo>
                  <a:lnTo>
                    <a:pt x="4169666" y="7213798"/>
                  </a:lnTo>
                  <a:lnTo>
                    <a:pt x="4206692" y="7189473"/>
                  </a:lnTo>
                  <a:lnTo>
                    <a:pt x="4240937" y="7161579"/>
                  </a:lnTo>
                  <a:lnTo>
                    <a:pt x="4272138" y="7130377"/>
                  </a:lnTo>
                  <a:lnTo>
                    <a:pt x="4300032" y="7096133"/>
                  </a:lnTo>
                  <a:lnTo>
                    <a:pt x="4324357" y="7059107"/>
                  </a:lnTo>
                  <a:lnTo>
                    <a:pt x="4344849" y="7019564"/>
                  </a:lnTo>
                  <a:lnTo>
                    <a:pt x="4361245" y="6977766"/>
                  </a:lnTo>
                  <a:lnTo>
                    <a:pt x="4373282" y="6933977"/>
                  </a:lnTo>
                  <a:lnTo>
                    <a:pt x="4380697" y="6888460"/>
                  </a:lnTo>
                  <a:lnTo>
                    <a:pt x="4383227" y="6841477"/>
                  </a:lnTo>
                  <a:lnTo>
                    <a:pt x="4383227" y="431191"/>
                  </a:lnTo>
                  <a:lnTo>
                    <a:pt x="4380697" y="384208"/>
                  </a:lnTo>
                  <a:lnTo>
                    <a:pt x="4373282" y="338690"/>
                  </a:lnTo>
                  <a:lnTo>
                    <a:pt x="4361245" y="294901"/>
                  </a:lnTo>
                  <a:lnTo>
                    <a:pt x="4344849" y="253104"/>
                  </a:lnTo>
                  <a:lnTo>
                    <a:pt x="4324357" y="213561"/>
                  </a:lnTo>
                  <a:lnTo>
                    <a:pt x="4300032" y="176535"/>
                  </a:lnTo>
                  <a:lnTo>
                    <a:pt x="4272138" y="142290"/>
                  </a:lnTo>
                  <a:lnTo>
                    <a:pt x="4240937" y="111089"/>
                  </a:lnTo>
                  <a:lnTo>
                    <a:pt x="4206692" y="83195"/>
                  </a:lnTo>
                  <a:lnTo>
                    <a:pt x="4169666" y="58870"/>
                  </a:lnTo>
                  <a:lnTo>
                    <a:pt x="4130123" y="38378"/>
                  </a:lnTo>
                  <a:lnTo>
                    <a:pt x="4088326" y="21982"/>
                  </a:lnTo>
                  <a:lnTo>
                    <a:pt x="4044537" y="9945"/>
                  </a:lnTo>
                  <a:lnTo>
                    <a:pt x="3999019" y="2530"/>
                  </a:lnTo>
                  <a:lnTo>
                    <a:pt x="3952036" y="0"/>
                  </a:lnTo>
                  <a:close/>
                </a:path>
              </a:pathLst>
            </a:custGeom>
            <a:solidFill>
              <a:srgbClr val="9B10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39">
              <a:extLst>
                <a:ext uri="{FF2B5EF4-FFF2-40B4-BE49-F238E27FC236}">
                  <a16:creationId xmlns:a16="http://schemas.microsoft.com/office/drawing/2014/main" id="{38E3920B-F4F9-54B9-F01D-48519A27FC85}"/>
                </a:ext>
              </a:extLst>
            </p:cNvPr>
            <p:cNvSpPr/>
            <p:nvPr/>
          </p:nvSpPr>
          <p:spPr>
            <a:xfrm>
              <a:off x="14239916" y="1907128"/>
              <a:ext cx="4383405" cy="7273290"/>
            </a:xfrm>
            <a:custGeom>
              <a:avLst/>
              <a:gdLst/>
              <a:ahLst/>
              <a:cxnLst/>
              <a:rect l="l" t="t" r="r" b="b"/>
              <a:pathLst>
                <a:path w="4383405" h="7273290">
                  <a:moveTo>
                    <a:pt x="3952036" y="0"/>
                  </a:moveTo>
                  <a:lnTo>
                    <a:pt x="431191" y="0"/>
                  </a:lnTo>
                  <a:lnTo>
                    <a:pt x="384208" y="2530"/>
                  </a:lnTo>
                  <a:lnTo>
                    <a:pt x="338690" y="9945"/>
                  </a:lnTo>
                  <a:lnTo>
                    <a:pt x="294901" y="21982"/>
                  </a:lnTo>
                  <a:lnTo>
                    <a:pt x="253104" y="38378"/>
                  </a:lnTo>
                  <a:lnTo>
                    <a:pt x="213561" y="58870"/>
                  </a:lnTo>
                  <a:lnTo>
                    <a:pt x="176535" y="83195"/>
                  </a:lnTo>
                  <a:lnTo>
                    <a:pt x="142290" y="111089"/>
                  </a:lnTo>
                  <a:lnTo>
                    <a:pt x="111089" y="142290"/>
                  </a:lnTo>
                  <a:lnTo>
                    <a:pt x="83195" y="176535"/>
                  </a:lnTo>
                  <a:lnTo>
                    <a:pt x="58870" y="213561"/>
                  </a:lnTo>
                  <a:lnTo>
                    <a:pt x="38378" y="253104"/>
                  </a:lnTo>
                  <a:lnTo>
                    <a:pt x="21982" y="294901"/>
                  </a:lnTo>
                  <a:lnTo>
                    <a:pt x="9945" y="338690"/>
                  </a:lnTo>
                  <a:lnTo>
                    <a:pt x="2530" y="384208"/>
                  </a:lnTo>
                  <a:lnTo>
                    <a:pt x="0" y="431191"/>
                  </a:lnTo>
                  <a:lnTo>
                    <a:pt x="0" y="6841477"/>
                  </a:lnTo>
                  <a:lnTo>
                    <a:pt x="2530" y="6888460"/>
                  </a:lnTo>
                  <a:lnTo>
                    <a:pt x="9945" y="6933977"/>
                  </a:lnTo>
                  <a:lnTo>
                    <a:pt x="21982" y="6977766"/>
                  </a:lnTo>
                  <a:lnTo>
                    <a:pt x="38378" y="7019564"/>
                  </a:lnTo>
                  <a:lnTo>
                    <a:pt x="58870" y="7059107"/>
                  </a:lnTo>
                  <a:lnTo>
                    <a:pt x="83195" y="7096133"/>
                  </a:lnTo>
                  <a:lnTo>
                    <a:pt x="111089" y="7130377"/>
                  </a:lnTo>
                  <a:lnTo>
                    <a:pt x="142290" y="7161579"/>
                  </a:lnTo>
                  <a:lnTo>
                    <a:pt x="176535" y="7189473"/>
                  </a:lnTo>
                  <a:lnTo>
                    <a:pt x="213561" y="7213798"/>
                  </a:lnTo>
                  <a:lnTo>
                    <a:pt x="253104" y="7234290"/>
                  </a:lnTo>
                  <a:lnTo>
                    <a:pt x="294901" y="7250686"/>
                  </a:lnTo>
                  <a:lnTo>
                    <a:pt x="338690" y="7262723"/>
                  </a:lnTo>
                  <a:lnTo>
                    <a:pt x="384208" y="7270138"/>
                  </a:lnTo>
                  <a:lnTo>
                    <a:pt x="431191" y="7272668"/>
                  </a:lnTo>
                  <a:lnTo>
                    <a:pt x="3952036" y="7272668"/>
                  </a:lnTo>
                  <a:lnTo>
                    <a:pt x="3999019" y="7270138"/>
                  </a:lnTo>
                  <a:lnTo>
                    <a:pt x="4044537" y="7262723"/>
                  </a:lnTo>
                  <a:lnTo>
                    <a:pt x="4088326" y="7250686"/>
                  </a:lnTo>
                  <a:lnTo>
                    <a:pt x="4130123" y="7234290"/>
                  </a:lnTo>
                  <a:lnTo>
                    <a:pt x="4169666" y="7213798"/>
                  </a:lnTo>
                  <a:lnTo>
                    <a:pt x="4206692" y="7189473"/>
                  </a:lnTo>
                  <a:lnTo>
                    <a:pt x="4240937" y="7161579"/>
                  </a:lnTo>
                  <a:lnTo>
                    <a:pt x="4272138" y="7130377"/>
                  </a:lnTo>
                  <a:lnTo>
                    <a:pt x="4300032" y="7096133"/>
                  </a:lnTo>
                  <a:lnTo>
                    <a:pt x="4324357" y="7059107"/>
                  </a:lnTo>
                  <a:lnTo>
                    <a:pt x="4344849" y="7019564"/>
                  </a:lnTo>
                  <a:lnTo>
                    <a:pt x="4361245" y="6977766"/>
                  </a:lnTo>
                  <a:lnTo>
                    <a:pt x="4373282" y="6933977"/>
                  </a:lnTo>
                  <a:lnTo>
                    <a:pt x="4380697" y="6888460"/>
                  </a:lnTo>
                  <a:lnTo>
                    <a:pt x="4383227" y="6841477"/>
                  </a:lnTo>
                  <a:lnTo>
                    <a:pt x="4383227" y="431191"/>
                  </a:lnTo>
                  <a:lnTo>
                    <a:pt x="4380697" y="384208"/>
                  </a:lnTo>
                  <a:lnTo>
                    <a:pt x="4373282" y="338690"/>
                  </a:lnTo>
                  <a:lnTo>
                    <a:pt x="4361245" y="294901"/>
                  </a:lnTo>
                  <a:lnTo>
                    <a:pt x="4344849" y="253104"/>
                  </a:lnTo>
                  <a:lnTo>
                    <a:pt x="4324357" y="213561"/>
                  </a:lnTo>
                  <a:lnTo>
                    <a:pt x="4300032" y="176535"/>
                  </a:lnTo>
                  <a:lnTo>
                    <a:pt x="4272138" y="142290"/>
                  </a:lnTo>
                  <a:lnTo>
                    <a:pt x="4240937" y="111089"/>
                  </a:lnTo>
                  <a:lnTo>
                    <a:pt x="4206692" y="83195"/>
                  </a:lnTo>
                  <a:lnTo>
                    <a:pt x="4169666" y="58870"/>
                  </a:lnTo>
                  <a:lnTo>
                    <a:pt x="4130123" y="38378"/>
                  </a:lnTo>
                  <a:lnTo>
                    <a:pt x="4088326" y="21982"/>
                  </a:lnTo>
                  <a:lnTo>
                    <a:pt x="4044537" y="9945"/>
                  </a:lnTo>
                  <a:lnTo>
                    <a:pt x="3999019" y="2530"/>
                  </a:lnTo>
                  <a:lnTo>
                    <a:pt x="3952036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40">
            <a:extLst>
              <a:ext uri="{FF2B5EF4-FFF2-40B4-BE49-F238E27FC236}">
                <a16:creationId xmlns:a16="http://schemas.microsoft.com/office/drawing/2014/main" id="{84AE4E8D-65F5-55BF-4F8C-6E8BE9954F53}"/>
              </a:ext>
            </a:extLst>
          </p:cNvPr>
          <p:cNvSpPr txBox="1"/>
          <p:nvPr/>
        </p:nvSpPr>
        <p:spPr>
          <a:xfrm>
            <a:off x="15040103" y="4986070"/>
            <a:ext cx="2721610" cy="10750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27499"/>
              </a:lnSpc>
              <a:spcBef>
                <a:spcPts val="95"/>
              </a:spcBef>
            </a:pPr>
            <a:r>
              <a:rPr sz="1800" dirty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LOCAL PARA INSERIR  FOTO DO PROJETO E/OU  CLIENTE</a:t>
            </a:r>
          </a:p>
        </p:txBody>
      </p:sp>
      <p:sp>
        <p:nvSpPr>
          <p:cNvPr id="15" name="object 10">
            <a:extLst>
              <a:ext uri="{FF2B5EF4-FFF2-40B4-BE49-F238E27FC236}">
                <a16:creationId xmlns:a16="http://schemas.microsoft.com/office/drawing/2014/main" id="{0309B1D9-B4E0-AA77-2C6F-21105C9AA32C}"/>
              </a:ext>
            </a:extLst>
          </p:cNvPr>
          <p:cNvSpPr/>
          <p:nvPr/>
        </p:nvSpPr>
        <p:spPr>
          <a:xfrm>
            <a:off x="0" y="910967"/>
            <a:ext cx="1216660" cy="1346200"/>
          </a:xfrm>
          <a:custGeom>
            <a:avLst/>
            <a:gdLst/>
            <a:ahLst/>
            <a:cxnLst/>
            <a:rect l="l" t="t" r="r" b="b"/>
            <a:pathLst>
              <a:path w="1216660" h="1346200">
                <a:moveTo>
                  <a:pt x="1083735" y="0"/>
                </a:moveTo>
                <a:lnTo>
                  <a:pt x="2941" y="0"/>
                </a:lnTo>
                <a:lnTo>
                  <a:pt x="0" y="474"/>
                </a:lnTo>
                <a:lnTo>
                  <a:pt x="0" y="1345243"/>
                </a:lnTo>
                <a:lnTo>
                  <a:pt x="2941" y="1345718"/>
                </a:lnTo>
                <a:lnTo>
                  <a:pt x="1083735" y="1345718"/>
                </a:lnTo>
                <a:lnTo>
                  <a:pt x="1125569" y="1338969"/>
                </a:lnTo>
                <a:lnTo>
                  <a:pt x="1161901" y="1320178"/>
                </a:lnTo>
                <a:lnTo>
                  <a:pt x="1190551" y="1291525"/>
                </a:lnTo>
                <a:lnTo>
                  <a:pt x="1209340" y="1255190"/>
                </a:lnTo>
                <a:lnTo>
                  <a:pt x="1216087" y="1213355"/>
                </a:lnTo>
                <a:lnTo>
                  <a:pt x="1216087" y="132362"/>
                </a:lnTo>
                <a:lnTo>
                  <a:pt x="1209340" y="90527"/>
                </a:lnTo>
                <a:lnTo>
                  <a:pt x="1190551" y="54192"/>
                </a:lnTo>
                <a:lnTo>
                  <a:pt x="1161901" y="25539"/>
                </a:lnTo>
                <a:lnTo>
                  <a:pt x="1125569" y="6748"/>
                </a:lnTo>
                <a:lnTo>
                  <a:pt x="1083735" y="0"/>
                </a:lnTo>
                <a:close/>
              </a:path>
            </a:pathLst>
          </a:custGeom>
          <a:solidFill>
            <a:srgbClr val="9B1006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58913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9">
            <a:extLst>
              <a:ext uri="{FF2B5EF4-FFF2-40B4-BE49-F238E27FC236}">
                <a16:creationId xmlns:a16="http://schemas.microsoft.com/office/drawing/2014/main" id="{056C89AC-31FC-4848-A2E9-985CEB27577B}"/>
              </a:ext>
            </a:extLst>
          </p:cNvPr>
          <p:cNvSpPr/>
          <p:nvPr/>
        </p:nvSpPr>
        <p:spPr>
          <a:xfrm>
            <a:off x="2565361" y="3465866"/>
            <a:ext cx="9879330" cy="1452880"/>
          </a:xfrm>
          <a:custGeom>
            <a:avLst/>
            <a:gdLst/>
            <a:ahLst/>
            <a:cxnLst/>
            <a:rect l="l" t="t" r="r" b="b"/>
            <a:pathLst>
              <a:path w="9879330" h="1452879">
                <a:moveTo>
                  <a:pt x="9485952" y="0"/>
                </a:moveTo>
                <a:lnTo>
                  <a:pt x="393150" y="0"/>
                </a:lnTo>
                <a:lnTo>
                  <a:pt x="344012" y="3077"/>
                </a:lnTo>
                <a:lnTo>
                  <a:pt x="296646" y="12061"/>
                </a:lnTo>
                <a:lnTo>
                  <a:pt x="251426" y="26573"/>
                </a:lnTo>
                <a:lnTo>
                  <a:pt x="208729" y="46240"/>
                </a:lnTo>
                <a:lnTo>
                  <a:pt x="168931" y="70684"/>
                </a:lnTo>
                <a:lnTo>
                  <a:pt x="132407" y="99530"/>
                </a:lnTo>
                <a:lnTo>
                  <a:pt x="99534" y="132403"/>
                </a:lnTo>
                <a:lnTo>
                  <a:pt x="70687" y="168926"/>
                </a:lnTo>
                <a:lnTo>
                  <a:pt x="46242" y="208725"/>
                </a:lnTo>
                <a:lnTo>
                  <a:pt x="26574" y="251422"/>
                </a:lnTo>
                <a:lnTo>
                  <a:pt x="12061" y="296642"/>
                </a:lnTo>
                <a:lnTo>
                  <a:pt x="3078" y="344010"/>
                </a:lnTo>
                <a:lnTo>
                  <a:pt x="0" y="393150"/>
                </a:lnTo>
                <a:lnTo>
                  <a:pt x="0" y="1059130"/>
                </a:lnTo>
                <a:lnTo>
                  <a:pt x="3078" y="1108269"/>
                </a:lnTo>
                <a:lnTo>
                  <a:pt x="12061" y="1155637"/>
                </a:lnTo>
                <a:lnTo>
                  <a:pt x="26574" y="1200858"/>
                </a:lnTo>
                <a:lnTo>
                  <a:pt x="46242" y="1243555"/>
                </a:lnTo>
                <a:lnTo>
                  <a:pt x="70687" y="1283353"/>
                </a:lnTo>
                <a:lnTo>
                  <a:pt x="99534" y="1319876"/>
                </a:lnTo>
                <a:lnTo>
                  <a:pt x="132407" y="1352749"/>
                </a:lnTo>
                <a:lnTo>
                  <a:pt x="168931" y="1381596"/>
                </a:lnTo>
                <a:lnTo>
                  <a:pt x="208729" y="1406040"/>
                </a:lnTo>
                <a:lnTo>
                  <a:pt x="251426" y="1425706"/>
                </a:lnTo>
                <a:lnTo>
                  <a:pt x="296646" y="1440219"/>
                </a:lnTo>
                <a:lnTo>
                  <a:pt x="344012" y="1449202"/>
                </a:lnTo>
                <a:lnTo>
                  <a:pt x="393150" y="1452280"/>
                </a:lnTo>
                <a:lnTo>
                  <a:pt x="9485952" y="1452280"/>
                </a:lnTo>
                <a:lnTo>
                  <a:pt x="9535091" y="1449202"/>
                </a:lnTo>
                <a:lnTo>
                  <a:pt x="9582459" y="1440219"/>
                </a:lnTo>
                <a:lnTo>
                  <a:pt x="9627680" y="1425706"/>
                </a:lnTo>
                <a:lnTo>
                  <a:pt x="9670377" y="1406040"/>
                </a:lnTo>
                <a:lnTo>
                  <a:pt x="9710175" y="1381596"/>
                </a:lnTo>
                <a:lnTo>
                  <a:pt x="9746698" y="1352749"/>
                </a:lnTo>
                <a:lnTo>
                  <a:pt x="9779571" y="1319876"/>
                </a:lnTo>
                <a:lnTo>
                  <a:pt x="9808418" y="1283353"/>
                </a:lnTo>
                <a:lnTo>
                  <a:pt x="9832862" y="1243555"/>
                </a:lnTo>
                <a:lnTo>
                  <a:pt x="9852528" y="1200858"/>
                </a:lnTo>
                <a:lnTo>
                  <a:pt x="9867041" y="1155637"/>
                </a:lnTo>
                <a:lnTo>
                  <a:pt x="9876024" y="1108269"/>
                </a:lnTo>
                <a:lnTo>
                  <a:pt x="9879102" y="1059130"/>
                </a:lnTo>
                <a:lnTo>
                  <a:pt x="9879102" y="393150"/>
                </a:lnTo>
                <a:lnTo>
                  <a:pt x="9876024" y="344010"/>
                </a:lnTo>
                <a:lnTo>
                  <a:pt x="9867041" y="296642"/>
                </a:lnTo>
                <a:lnTo>
                  <a:pt x="9852528" y="251422"/>
                </a:lnTo>
                <a:lnTo>
                  <a:pt x="9832862" y="208725"/>
                </a:lnTo>
                <a:lnTo>
                  <a:pt x="9808418" y="168926"/>
                </a:lnTo>
                <a:lnTo>
                  <a:pt x="9779571" y="132403"/>
                </a:lnTo>
                <a:lnTo>
                  <a:pt x="9746698" y="99530"/>
                </a:lnTo>
                <a:lnTo>
                  <a:pt x="9710175" y="70684"/>
                </a:lnTo>
                <a:lnTo>
                  <a:pt x="9670377" y="46240"/>
                </a:lnTo>
                <a:lnTo>
                  <a:pt x="9627680" y="26573"/>
                </a:lnTo>
                <a:lnTo>
                  <a:pt x="9582459" y="12061"/>
                </a:lnTo>
                <a:lnTo>
                  <a:pt x="9535091" y="3077"/>
                </a:lnTo>
                <a:lnTo>
                  <a:pt x="9485952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1BECDE50-8E6D-F29C-9A29-72AE6910C717}"/>
              </a:ext>
            </a:extLst>
          </p:cNvPr>
          <p:cNvSpPr/>
          <p:nvPr/>
        </p:nvSpPr>
        <p:spPr>
          <a:xfrm>
            <a:off x="16585" y="1047088"/>
            <a:ext cx="1711325" cy="9225280"/>
          </a:xfrm>
          <a:custGeom>
            <a:avLst/>
            <a:gdLst/>
            <a:ahLst/>
            <a:cxnLst/>
            <a:rect l="l" t="t" r="r" b="b"/>
            <a:pathLst>
              <a:path w="1711325" h="9225280">
                <a:moveTo>
                  <a:pt x="1170938" y="0"/>
                </a:moveTo>
                <a:lnTo>
                  <a:pt x="0" y="0"/>
                </a:lnTo>
                <a:lnTo>
                  <a:pt x="0" y="9224850"/>
                </a:lnTo>
                <a:lnTo>
                  <a:pt x="1170938" y="9224850"/>
                </a:lnTo>
                <a:lnTo>
                  <a:pt x="1217545" y="9222842"/>
                </a:lnTo>
                <a:lnTo>
                  <a:pt x="1263052" y="9216929"/>
                </a:lnTo>
                <a:lnTo>
                  <a:pt x="1307296" y="9207274"/>
                </a:lnTo>
                <a:lnTo>
                  <a:pt x="1350115" y="9194042"/>
                </a:lnTo>
                <a:lnTo>
                  <a:pt x="1391346" y="9177396"/>
                </a:lnTo>
                <a:lnTo>
                  <a:pt x="1430828" y="9157502"/>
                </a:lnTo>
                <a:lnTo>
                  <a:pt x="1468398" y="9134523"/>
                </a:lnTo>
                <a:lnTo>
                  <a:pt x="1503894" y="9108623"/>
                </a:lnTo>
                <a:lnTo>
                  <a:pt x="1537155" y="9079967"/>
                </a:lnTo>
                <a:lnTo>
                  <a:pt x="1568017" y="9048719"/>
                </a:lnTo>
                <a:lnTo>
                  <a:pt x="1596319" y="9015042"/>
                </a:lnTo>
                <a:lnTo>
                  <a:pt x="1621899" y="8979102"/>
                </a:lnTo>
                <a:lnTo>
                  <a:pt x="1644594" y="8941062"/>
                </a:lnTo>
                <a:lnTo>
                  <a:pt x="1664243" y="8901087"/>
                </a:lnTo>
                <a:lnTo>
                  <a:pt x="1680683" y="8859340"/>
                </a:lnTo>
                <a:lnTo>
                  <a:pt x="1693751" y="8815986"/>
                </a:lnTo>
                <a:lnTo>
                  <a:pt x="1703287" y="8771189"/>
                </a:lnTo>
                <a:lnTo>
                  <a:pt x="1709127" y="8725114"/>
                </a:lnTo>
                <a:lnTo>
                  <a:pt x="1711110" y="8677924"/>
                </a:lnTo>
                <a:lnTo>
                  <a:pt x="1711110" y="546925"/>
                </a:lnTo>
                <a:lnTo>
                  <a:pt x="1709127" y="499735"/>
                </a:lnTo>
                <a:lnTo>
                  <a:pt x="1703287" y="453660"/>
                </a:lnTo>
                <a:lnTo>
                  <a:pt x="1693751" y="408863"/>
                </a:lnTo>
                <a:lnTo>
                  <a:pt x="1680683" y="365509"/>
                </a:lnTo>
                <a:lnTo>
                  <a:pt x="1664243" y="323762"/>
                </a:lnTo>
                <a:lnTo>
                  <a:pt x="1644594" y="283787"/>
                </a:lnTo>
                <a:lnTo>
                  <a:pt x="1621899" y="245747"/>
                </a:lnTo>
                <a:lnTo>
                  <a:pt x="1596319" y="209807"/>
                </a:lnTo>
                <a:lnTo>
                  <a:pt x="1568017" y="176130"/>
                </a:lnTo>
                <a:lnTo>
                  <a:pt x="1537155" y="144882"/>
                </a:lnTo>
                <a:lnTo>
                  <a:pt x="1503894" y="116226"/>
                </a:lnTo>
                <a:lnTo>
                  <a:pt x="1468398" y="90326"/>
                </a:lnTo>
                <a:lnTo>
                  <a:pt x="1430828" y="67347"/>
                </a:lnTo>
                <a:lnTo>
                  <a:pt x="1391346" y="47453"/>
                </a:lnTo>
                <a:lnTo>
                  <a:pt x="1350115" y="30807"/>
                </a:lnTo>
                <a:lnTo>
                  <a:pt x="1307296" y="17575"/>
                </a:lnTo>
                <a:lnTo>
                  <a:pt x="1263052" y="7920"/>
                </a:lnTo>
                <a:lnTo>
                  <a:pt x="1217545" y="2007"/>
                </a:lnTo>
                <a:lnTo>
                  <a:pt x="1170938" y="0"/>
                </a:lnTo>
                <a:close/>
              </a:path>
            </a:pathLst>
          </a:custGeom>
          <a:solidFill>
            <a:srgbClr val="9B10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12">
            <a:extLst>
              <a:ext uri="{FF2B5EF4-FFF2-40B4-BE49-F238E27FC236}">
                <a16:creationId xmlns:a16="http://schemas.microsoft.com/office/drawing/2014/main" id="{92DFFE61-99C8-392D-FA67-0966DF901BE7}"/>
              </a:ext>
            </a:extLst>
          </p:cNvPr>
          <p:cNvSpPr txBox="1"/>
          <p:nvPr/>
        </p:nvSpPr>
        <p:spPr>
          <a:xfrm>
            <a:off x="3069605" y="3717483"/>
            <a:ext cx="8559165" cy="811761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650" b="1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Quem:</a:t>
            </a:r>
            <a:endParaRPr sz="2650" dirty="0">
              <a:latin typeface="Poppins" pitchFamily="2" charset="77"/>
              <a:cs typeface="Poppins" pitchFamily="2" charset="77"/>
            </a:endParaRPr>
          </a:p>
          <a:p>
            <a:pPr marL="75565">
              <a:lnSpc>
                <a:spcPct val="100000"/>
              </a:lnSpc>
              <a:spcBef>
                <a:spcPts val="320"/>
              </a:spcBef>
            </a:pPr>
            <a:r>
              <a:rPr sz="190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Engenheiro Stecla + Engenheiro GB + Projetista + Cliente Interno GB</a:t>
            </a:r>
            <a:endParaRPr sz="19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" name="object 13">
            <a:extLst>
              <a:ext uri="{FF2B5EF4-FFF2-40B4-BE49-F238E27FC236}">
                <a16:creationId xmlns:a16="http://schemas.microsoft.com/office/drawing/2014/main" id="{E9B96089-1A86-4A3F-ECC1-7FE3BBA24406}"/>
              </a:ext>
            </a:extLst>
          </p:cNvPr>
          <p:cNvSpPr/>
          <p:nvPr/>
        </p:nvSpPr>
        <p:spPr>
          <a:xfrm>
            <a:off x="2565361" y="5160191"/>
            <a:ext cx="9879330" cy="1452880"/>
          </a:xfrm>
          <a:custGeom>
            <a:avLst/>
            <a:gdLst/>
            <a:ahLst/>
            <a:cxnLst/>
            <a:rect l="l" t="t" r="r" b="b"/>
            <a:pathLst>
              <a:path w="9879330" h="1452879">
                <a:moveTo>
                  <a:pt x="9485952" y="0"/>
                </a:moveTo>
                <a:lnTo>
                  <a:pt x="393150" y="0"/>
                </a:lnTo>
                <a:lnTo>
                  <a:pt x="344012" y="3077"/>
                </a:lnTo>
                <a:lnTo>
                  <a:pt x="296646" y="12061"/>
                </a:lnTo>
                <a:lnTo>
                  <a:pt x="251426" y="26573"/>
                </a:lnTo>
                <a:lnTo>
                  <a:pt x="208729" y="46240"/>
                </a:lnTo>
                <a:lnTo>
                  <a:pt x="168931" y="70684"/>
                </a:lnTo>
                <a:lnTo>
                  <a:pt x="132407" y="99530"/>
                </a:lnTo>
                <a:lnTo>
                  <a:pt x="99534" y="132403"/>
                </a:lnTo>
                <a:lnTo>
                  <a:pt x="70687" y="168926"/>
                </a:lnTo>
                <a:lnTo>
                  <a:pt x="46242" y="208725"/>
                </a:lnTo>
                <a:lnTo>
                  <a:pt x="26574" y="251422"/>
                </a:lnTo>
                <a:lnTo>
                  <a:pt x="12061" y="296642"/>
                </a:lnTo>
                <a:lnTo>
                  <a:pt x="3078" y="344010"/>
                </a:lnTo>
                <a:lnTo>
                  <a:pt x="0" y="393150"/>
                </a:lnTo>
                <a:lnTo>
                  <a:pt x="0" y="1059130"/>
                </a:lnTo>
                <a:lnTo>
                  <a:pt x="3078" y="1108269"/>
                </a:lnTo>
                <a:lnTo>
                  <a:pt x="12061" y="1155637"/>
                </a:lnTo>
                <a:lnTo>
                  <a:pt x="26574" y="1200858"/>
                </a:lnTo>
                <a:lnTo>
                  <a:pt x="46242" y="1243555"/>
                </a:lnTo>
                <a:lnTo>
                  <a:pt x="70687" y="1283353"/>
                </a:lnTo>
                <a:lnTo>
                  <a:pt x="99534" y="1319876"/>
                </a:lnTo>
                <a:lnTo>
                  <a:pt x="132407" y="1352749"/>
                </a:lnTo>
                <a:lnTo>
                  <a:pt x="168931" y="1381596"/>
                </a:lnTo>
                <a:lnTo>
                  <a:pt x="208729" y="1406040"/>
                </a:lnTo>
                <a:lnTo>
                  <a:pt x="251426" y="1425706"/>
                </a:lnTo>
                <a:lnTo>
                  <a:pt x="296646" y="1440219"/>
                </a:lnTo>
                <a:lnTo>
                  <a:pt x="344012" y="1449202"/>
                </a:lnTo>
                <a:lnTo>
                  <a:pt x="393150" y="1452280"/>
                </a:lnTo>
                <a:lnTo>
                  <a:pt x="9485952" y="1452280"/>
                </a:lnTo>
                <a:lnTo>
                  <a:pt x="9535091" y="1449202"/>
                </a:lnTo>
                <a:lnTo>
                  <a:pt x="9582459" y="1440219"/>
                </a:lnTo>
                <a:lnTo>
                  <a:pt x="9627680" y="1425706"/>
                </a:lnTo>
                <a:lnTo>
                  <a:pt x="9670377" y="1406040"/>
                </a:lnTo>
                <a:lnTo>
                  <a:pt x="9710175" y="1381596"/>
                </a:lnTo>
                <a:lnTo>
                  <a:pt x="9746698" y="1352749"/>
                </a:lnTo>
                <a:lnTo>
                  <a:pt x="9779571" y="1319876"/>
                </a:lnTo>
                <a:lnTo>
                  <a:pt x="9808418" y="1283353"/>
                </a:lnTo>
                <a:lnTo>
                  <a:pt x="9832862" y="1243555"/>
                </a:lnTo>
                <a:lnTo>
                  <a:pt x="9852528" y="1200858"/>
                </a:lnTo>
                <a:lnTo>
                  <a:pt x="9867041" y="1155637"/>
                </a:lnTo>
                <a:lnTo>
                  <a:pt x="9876024" y="1108269"/>
                </a:lnTo>
                <a:lnTo>
                  <a:pt x="9879102" y="1059130"/>
                </a:lnTo>
                <a:lnTo>
                  <a:pt x="9879102" y="393150"/>
                </a:lnTo>
                <a:lnTo>
                  <a:pt x="9876024" y="344010"/>
                </a:lnTo>
                <a:lnTo>
                  <a:pt x="9867041" y="296642"/>
                </a:lnTo>
                <a:lnTo>
                  <a:pt x="9852528" y="251422"/>
                </a:lnTo>
                <a:lnTo>
                  <a:pt x="9832862" y="208725"/>
                </a:lnTo>
                <a:lnTo>
                  <a:pt x="9808418" y="168926"/>
                </a:lnTo>
                <a:lnTo>
                  <a:pt x="9779571" y="132403"/>
                </a:lnTo>
                <a:lnTo>
                  <a:pt x="9746698" y="99530"/>
                </a:lnTo>
                <a:lnTo>
                  <a:pt x="9710175" y="70684"/>
                </a:lnTo>
                <a:lnTo>
                  <a:pt x="9670377" y="46240"/>
                </a:lnTo>
                <a:lnTo>
                  <a:pt x="9627680" y="26573"/>
                </a:lnTo>
                <a:lnTo>
                  <a:pt x="9582459" y="12061"/>
                </a:lnTo>
                <a:lnTo>
                  <a:pt x="9535091" y="3077"/>
                </a:lnTo>
                <a:lnTo>
                  <a:pt x="9485952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4">
            <a:extLst>
              <a:ext uri="{FF2B5EF4-FFF2-40B4-BE49-F238E27FC236}">
                <a16:creationId xmlns:a16="http://schemas.microsoft.com/office/drawing/2014/main" id="{D1F9FA45-6298-8158-D739-5A6AA94A8764}"/>
              </a:ext>
            </a:extLst>
          </p:cNvPr>
          <p:cNvSpPr/>
          <p:nvPr/>
        </p:nvSpPr>
        <p:spPr>
          <a:xfrm>
            <a:off x="2565361" y="6827628"/>
            <a:ext cx="9879330" cy="1452880"/>
          </a:xfrm>
          <a:custGeom>
            <a:avLst/>
            <a:gdLst/>
            <a:ahLst/>
            <a:cxnLst/>
            <a:rect l="l" t="t" r="r" b="b"/>
            <a:pathLst>
              <a:path w="9879330" h="1452879">
                <a:moveTo>
                  <a:pt x="9485952" y="0"/>
                </a:moveTo>
                <a:lnTo>
                  <a:pt x="393150" y="0"/>
                </a:lnTo>
                <a:lnTo>
                  <a:pt x="344012" y="3077"/>
                </a:lnTo>
                <a:lnTo>
                  <a:pt x="296646" y="12061"/>
                </a:lnTo>
                <a:lnTo>
                  <a:pt x="251426" y="26573"/>
                </a:lnTo>
                <a:lnTo>
                  <a:pt x="208729" y="46240"/>
                </a:lnTo>
                <a:lnTo>
                  <a:pt x="168931" y="70684"/>
                </a:lnTo>
                <a:lnTo>
                  <a:pt x="132407" y="99530"/>
                </a:lnTo>
                <a:lnTo>
                  <a:pt x="99534" y="132403"/>
                </a:lnTo>
                <a:lnTo>
                  <a:pt x="70687" y="168926"/>
                </a:lnTo>
                <a:lnTo>
                  <a:pt x="46242" y="208725"/>
                </a:lnTo>
                <a:lnTo>
                  <a:pt x="26574" y="251422"/>
                </a:lnTo>
                <a:lnTo>
                  <a:pt x="12061" y="296642"/>
                </a:lnTo>
                <a:lnTo>
                  <a:pt x="3078" y="344010"/>
                </a:lnTo>
                <a:lnTo>
                  <a:pt x="0" y="393150"/>
                </a:lnTo>
                <a:lnTo>
                  <a:pt x="0" y="1059130"/>
                </a:lnTo>
                <a:lnTo>
                  <a:pt x="3078" y="1108269"/>
                </a:lnTo>
                <a:lnTo>
                  <a:pt x="12061" y="1155637"/>
                </a:lnTo>
                <a:lnTo>
                  <a:pt x="26574" y="1200858"/>
                </a:lnTo>
                <a:lnTo>
                  <a:pt x="46242" y="1243555"/>
                </a:lnTo>
                <a:lnTo>
                  <a:pt x="70687" y="1283353"/>
                </a:lnTo>
                <a:lnTo>
                  <a:pt x="99534" y="1319876"/>
                </a:lnTo>
                <a:lnTo>
                  <a:pt x="132407" y="1352749"/>
                </a:lnTo>
                <a:lnTo>
                  <a:pt x="168931" y="1381596"/>
                </a:lnTo>
                <a:lnTo>
                  <a:pt x="208729" y="1406040"/>
                </a:lnTo>
                <a:lnTo>
                  <a:pt x="251426" y="1425706"/>
                </a:lnTo>
                <a:lnTo>
                  <a:pt x="296646" y="1440219"/>
                </a:lnTo>
                <a:lnTo>
                  <a:pt x="344012" y="1449202"/>
                </a:lnTo>
                <a:lnTo>
                  <a:pt x="393150" y="1452280"/>
                </a:lnTo>
                <a:lnTo>
                  <a:pt x="9485952" y="1452280"/>
                </a:lnTo>
                <a:lnTo>
                  <a:pt x="9535091" y="1449202"/>
                </a:lnTo>
                <a:lnTo>
                  <a:pt x="9582459" y="1440219"/>
                </a:lnTo>
                <a:lnTo>
                  <a:pt x="9627680" y="1425706"/>
                </a:lnTo>
                <a:lnTo>
                  <a:pt x="9670377" y="1406040"/>
                </a:lnTo>
                <a:lnTo>
                  <a:pt x="9710175" y="1381596"/>
                </a:lnTo>
                <a:lnTo>
                  <a:pt x="9746698" y="1352749"/>
                </a:lnTo>
                <a:lnTo>
                  <a:pt x="9779571" y="1319876"/>
                </a:lnTo>
                <a:lnTo>
                  <a:pt x="9808418" y="1283353"/>
                </a:lnTo>
                <a:lnTo>
                  <a:pt x="9832862" y="1243555"/>
                </a:lnTo>
                <a:lnTo>
                  <a:pt x="9852528" y="1200858"/>
                </a:lnTo>
                <a:lnTo>
                  <a:pt x="9867041" y="1155637"/>
                </a:lnTo>
                <a:lnTo>
                  <a:pt x="9876024" y="1108269"/>
                </a:lnTo>
                <a:lnTo>
                  <a:pt x="9879102" y="1059130"/>
                </a:lnTo>
                <a:lnTo>
                  <a:pt x="9879102" y="393150"/>
                </a:lnTo>
                <a:lnTo>
                  <a:pt x="9876024" y="344010"/>
                </a:lnTo>
                <a:lnTo>
                  <a:pt x="9867041" y="296642"/>
                </a:lnTo>
                <a:lnTo>
                  <a:pt x="9852528" y="251422"/>
                </a:lnTo>
                <a:lnTo>
                  <a:pt x="9832862" y="208725"/>
                </a:lnTo>
                <a:lnTo>
                  <a:pt x="9808418" y="168926"/>
                </a:lnTo>
                <a:lnTo>
                  <a:pt x="9779571" y="132403"/>
                </a:lnTo>
                <a:lnTo>
                  <a:pt x="9746698" y="99530"/>
                </a:lnTo>
                <a:lnTo>
                  <a:pt x="9710175" y="70684"/>
                </a:lnTo>
                <a:lnTo>
                  <a:pt x="9670377" y="46240"/>
                </a:lnTo>
                <a:lnTo>
                  <a:pt x="9627680" y="26573"/>
                </a:lnTo>
                <a:lnTo>
                  <a:pt x="9582459" y="12061"/>
                </a:lnTo>
                <a:lnTo>
                  <a:pt x="9535091" y="3077"/>
                </a:lnTo>
                <a:lnTo>
                  <a:pt x="9485952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5">
            <a:extLst>
              <a:ext uri="{FF2B5EF4-FFF2-40B4-BE49-F238E27FC236}">
                <a16:creationId xmlns:a16="http://schemas.microsoft.com/office/drawing/2014/main" id="{4B32C263-2C71-77D9-9552-6677D45D4F60}"/>
              </a:ext>
            </a:extLst>
          </p:cNvPr>
          <p:cNvSpPr/>
          <p:nvPr/>
        </p:nvSpPr>
        <p:spPr>
          <a:xfrm>
            <a:off x="2565361" y="8495060"/>
            <a:ext cx="9879330" cy="1452880"/>
          </a:xfrm>
          <a:custGeom>
            <a:avLst/>
            <a:gdLst/>
            <a:ahLst/>
            <a:cxnLst/>
            <a:rect l="l" t="t" r="r" b="b"/>
            <a:pathLst>
              <a:path w="9879330" h="1452879">
                <a:moveTo>
                  <a:pt x="9485952" y="0"/>
                </a:moveTo>
                <a:lnTo>
                  <a:pt x="393150" y="0"/>
                </a:lnTo>
                <a:lnTo>
                  <a:pt x="344012" y="3077"/>
                </a:lnTo>
                <a:lnTo>
                  <a:pt x="296646" y="12061"/>
                </a:lnTo>
                <a:lnTo>
                  <a:pt x="251426" y="26573"/>
                </a:lnTo>
                <a:lnTo>
                  <a:pt x="208729" y="46240"/>
                </a:lnTo>
                <a:lnTo>
                  <a:pt x="168931" y="70684"/>
                </a:lnTo>
                <a:lnTo>
                  <a:pt x="132407" y="99530"/>
                </a:lnTo>
                <a:lnTo>
                  <a:pt x="99534" y="132403"/>
                </a:lnTo>
                <a:lnTo>
                  <a:pt x="70687" y="168926"/>
                </a:lnTo>
                <a:lnTo>
                  <a:pt x="46242" y="208725"/>
                </a:lnTo>
                <a:lnTo>
                  <a:pt x="26574" y="251422"/>
                </a:lnTo>
                <a:lnTo>
                  <a:pt x="12061" y="296642"/>
                </a:lnTo>
                <a:lnTo>
                  <a:pt x="3078" y="344010"/>
                </a:lnTo>
                <a:lnTo>
                  <a:pt x="0" y="393150"/>
                </a:lnTo>
                <a:lnTo>
                  <a:pt x="0" y="1059130"/>
                </a:lnTo>
                <a:lnTo>
                  <a:pt x="3078" y="1108269"/>
                </a:lnTo>
                <a:lnTo>
                  <a:pt x="12061" y="1155637"/>
                </a:lnTo>
                <a:lnTo>
                  <a:pt x="26574" y="1200858"/>
                </a:lnTo>
                <a:lnTo>
                  <a:pt x="46242" y="1243555"/>
                </a:lnTo>
                <a:lnTo>
                  <a:pt x="70687" y="1283353"/>
                </a:lnTo>
                <a:lnTo>
                  <a:pt x="99534" y="1319876"/>
                </a:lnTo>
                <a:lnTo>
                  <a:pt x="132407" y="1352749"/>
                </a:lnTo>
                <a:lnTo>
                  <a:pt x="168931" y="1381596"/>
                </a:lnTo>
                <a:lnTo>
                  <a:pt x="208729" y="1406040"/>
                </a:lnTo>
                <a:lnTo>
                  <a:pt x="251426" y="1425706"/>
                </a:lnTo>
                <a:lnTo>
                  <a:pt x="296646" y="1440219"/>
                </a:lnTo>
                <a:lnTo>
                  <a:pt x="344012" y="1449202"/>
                </a:lnTo>
                <a:lnTo>
                  <a:pt x="393150" y="1452280"/>
                </a:lnTo>
                <a:lnTo>
                  <a:pt x="9485952" y="1452280"/>
                </a:lnTo>
                <a:lnTo>
                  <a:pt x="9535091" y="1449202"/>
                </a:lnTo>
                <a:lnTo>
                  <a:pt x="9582459" y="1440219"/>
                </a:lnTo>
                <a:lnTo>
                  <a:pt x="9627680" y="1425706"/>
                </a:lnTo>
                <a:lnTo>
                  <a:pt x="9670377" y="1406040"/>
                </a:lnTo>
                <a:lnTo>
                  <a:pt x="9710175" y="1381596"/>
                </a:lnTo>
                <a:lnTo>
                  <a:pt x="9746698" y="1352749"/>
                </a:lnTo>
                <a:lnTo>
                  <a:pt x="9779571" y="1319876"/>
                </a:lnTo>
                <a:lnTo>
                  <a:pt x="9808418" y="1283353"/>
                </a:lnTo>
                <a:lnTo>
                  <a:pt x="9832862" y="1243555"/>
                </a:lnTo>
                <a:lnTo>
                  <a:pt x="9852528" y="1200858"/>
                </a:lnTo>
                <a:lnTo>
                  <a:pt x="9867041" y="1155637"/>
                </a:lnTo>
                <a:lnTo>
                  <a:pt x="9876024" y="1108269"/>
                </a:lnTo>
                <a:lnTo>
                  <a:pt x="9879102" y="1059130"/>
                </a:lnTo>
                <a:lnTo>
                  <a:pt x="9879102" y="393150"/>
                </a:lnTo>
                <a:lnTo>
                  <a:pt x="9876024" y="344010"/>
                </a:lnTo>
                <a:lnTo>
                  <a:pt x="9867041" y="296642"/>
                </a:lnTo>
                <a:lnTo>
                  <a:pt x="9852528" y="251422"/>
                </a:lnTo>
                <a:lnTo>
                  <a:pt x="9832862" y="208725"/>
                </a:lnTo>
                <a:lnTo>
                  <a:pt x="9808418" y="168926"/>
                </a:lnTo>
                <a:lnTo>
                  <a:pt x="9779571" y="132403"/>
                </a:lnTo>
                <a:lnTo>
                  <a:pt x="9746698" y="99530"/>
                </a:lnTo>
                <a:lnTo>
                  <a:pt x="9710175" y="70684"/>
                </a:lnTo>
                <a:lnTo>
                  <a:pt x="9670377" y="46240"/>
                </a:lnTo>
                <a:lnTo>
                  <a:pt x="9627680" y="26573"/>
                </a:lnTo>
                <a:lnTo>
                  <a:pt x="9582459" y="12061"/>
                </a:lnTo>
                <a:lnTo>
                  <a:pt x="9535091" y="3077"/>
                </a:lnTo>
                <a:lnTo>
                  <a:pt x="9485952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6">
            <a:extLst>
              <a:ext uri="{FF2B5EF4-FFF2-40B4-BE49-F238E27FC236}">
                <a16:creationId xmlns:a16="http://schemas.microsoft.com/office/drawing/2014/main" id="{A882FE8F-1E33-19E8-7432-3B2EF121FA65}"/>
              </a:ext>
            </a:extLst>
          </p:cNvPr>
          <p:cNvSpPr txBox="1"/>
          <p:nvPr/>
        </p:nvSpPr>
        <p:spPr>
          <a:xfrm>
            <a:off x="3058089" y="5507228"/>
            <a:ext cx="9063659" cy="811761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650" b="1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Quando:</a:t>
            </a:r>
            <a:endParaRPr sz="2650" dirty="0">
              <a:latin typeface="Poppins" pitchFamily="2" charset="77"/>
              <a:cs typeface="Poppins" pitchFamily="2" charset="77"/>
            </a:endParaRPr>
          </a:p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90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start up do </a:t>
            </a:r>
            <a:r>
              <a:rPr sz="1900" dirty="0" err="1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projeto</a:t>
            </a:r>
            <a:endParaRPr sz="19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object 17">
            <a:extLst>
              <a:ext uri="{FF2B5EF4-FFF2-40B4-BE49-F238E27FC236}">
                <a16:creationId xmlns:a16="http://schemas.microsoft.com/office/drawing/2014/main" id="{3DE476FE-B7C9-318F-4D8A-400BCC0A4030}"/>
              </a:ext>
            </a:extLst>
          </p:cNvPr>
          <p:cNvSpPr/>
          <p:nvPr/>
        </p:nvSpPr>
        <p:spPr>
          <a:xfrm>
            <a:off x="2603477" y="2451757"/>
            <a:ext cx="674370" cy="674370"/>
          </a:xfrm>
          <a:custGeom>
            <a:avLst/>
            <a:gdLst/>
            <a:ahLst/>
            <a:cxnLst/>
            <a:rect l="l" t="t" r="r" b="b"/>
            <a:pathLst>
              <a:path w="674370" h="674369">
                <a:moveTo>
                  <a:pt x="607615" y="0"/>
                </a:moveTo>
                <a:lnTo>
                  <a:pt x="66291" y="0"/>
                </a:lnTo>
                <a:lnTo>
                  <a:pt x="40489" y="5210"/>
                </a:lnTo>
                <a:lnTo>
                  <a:pt x="19418" y="19418"/>
                </a:lnTo>
                <a:lnTo>
                  <a:pt x="5210" y="40489"/>
                </a:lnTo>
                <a:lnTo>
                  <a:pt x="0" y="66291"/>
                </a:lnTo>
                <a:lnTo>
                  <a:pt x="0" y="607709"/>
                </a:lnTo>
                <a:lnTo>
                  <a:pt x="5210" y="633520"/>
                </a:lnTo>
                <a:lnTo>
                  <a:pt x="19418" y="654595"/>
                </a:lnTo>
                <a:lnTo>
                  <a:pt x="40489" y="668801"/>
                </a:lnTo>
                <a:lnTo>
                  <a:pt x="66291" y="674010"/>
                </a:lnTo>
                <a:lnTo>
                  <a:pt x="607615" y="674010"/>
                </a:lnTo>
                <a:lnTo>
                  <a:pt x="633416" y="668801"/>
                </a:lnTo>
                <a:lnTo>
                  <a:pt x="654487" y="654595"/>
                </a:lnTo>
                <a:lnTo>
                  <a:pt x="668695" y="633520"/>
                </a:lnTo>
                <a:lnTo>
                  <a:pt x="673906" y="607709"/>
                </a:lnTo>
                <a:lnTo>
                  <a:pt x="673906" y="66291"/>
                </a:lnTo>
                <a:lnTo>
                  <a:pt x="668695" y="40489"/>
                </a:lnTo>
                <a:lnTo>
                  <a:pt x="654487" y="19418"/>
                </a:lnTo>
                <a:lnTo>
                  <a:pt x="633416" y="5210"/>
                </a:lnTo>
                <a:lnTo>
                  <a:pt x="607615" y="0"/>
                </a:lnTo>
                <a:close/>
              </a:path>
            </a:pathLst>
          </a:custGeom>
          <a:solidFill>
            <a:srgbClr val="9B10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8">
            <a:extLst>
              <a:ext uri="{FF2B5EF4-FFF2-40B4-BE49-F238E27FC236}">
                <a16:creationId xmlns:a16="http://schemas.microsoft.com/office/drawing/2014/main" id="{9206BC18-7D5B-563C-5E57-DCEE0E125899}"/>
              </a:ext>
            </a:extLst>
          </p:cNvPr>
          <p:cNvSpPr txBox="1"/>
          <p:nvPr/>
        </p:nvSpPr>
        <p:spPr>
          <a:xfrm>
            <a:off x="2561910" y="1018068"/>
            <a:ext cx="1078865" cy="4006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50" b="1" spc="-1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POP</a:t>
            </a:r>
            <a:r>
              <a:rPr sz="2450" b="1" spc="-14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450" b="1" spc="-6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01</a:t>
            </a:r>
            <a:endParaRPr sz="245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object 37">
            <a:extLst>
              <a:ext uri="{FF2B5EF4-FFF2-40B4-BE49-F238E27FC236}">
                <a16:creationId xmlns:a16="http://schemas.microsoft.com/office/drawing/2014/main" id="{3FC7BCDA-521C-4340-4D64-3522606529A7}"/>
              </a:ext>
            </a:extLst>
          </p:cNvPr>
          <p:cNvSpPr/>
          <p:nvPr/>
        </p:nvSpPr>
        <p:spPr>
          <a:xfrm>
            <a:off x="12133264" y="4162794"/>
            <a:ext cx="7947025" cy="60325"/>
          </a:xfrm>
          <a:custGeom>
            <a:avLst/>
            <a:gdLst/>
            <a:ahLst/>
            <a:cxnLst/>
            <a:rect l="l" t="t" r="r" b="b"/>
            <a:pathLst>
              <a:path w="7947025" h="60325">
                <a:moveTo>
                  <a:pt x="7946899" y="0"/>
                </a:moveTo>
                <a:lnTo>
                  <a:pt x="0" y="0"/>
                </a:lnTo>
                <a:lnTo>
                  <a:pt x="0" y="59736"/>
                </a:lnTo>
                <a:lnTo>
                  <a:pt x="7946899" y="59736"/>
                </a:lnTo>
                <a:lnTo>
                  <a:pt x="7946899" y="0"/>
                </a:lnTo>
                <a:close/>
              </a:path>
            </a:pathLst>
          </a:custGeom>
          <a:solidFill>
            <a:srgbClr val="E5E5E5">
              <a:alpha val="2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38">
            <a:extLst>
              <a:ext uri="{FF2B5EF4-FFF2-40B4-BE49-F238E27FC236}">
                <a16:creationId xmlns:a16="http://schemas.microsoft.com/office/drawing/2014/main" id="{5028CC44-AB31-9AA1-0BE5-51DCEF75AEAB}"/>
              </a:ext>
            </a:extLst>
          </p:cNvPr>
          <p:cNvSpPr/>
          <p:nvPr/>
        </p:nvSpPr>
        <p:spPr>
          <a:xfrm>
            <a:off x="12157200" y="5964865"/>
            <a:ext cx="7947025" cy="60325"/>
          </a:xfrm>
          <a:custGeom>
            <a:avLst/>
            <a:gdLst/>
            <a:ahLst/>
            <a:cxnLst/>
            <a:rect l="l" t="t" r="r" b="b"/>
            <a:pathLst>
              <a:path w="7947025" h="60325">
                <a:moveTo>
                  <a:pt x="7946899" y="0"/>
                </a:moveTo>
                <a:lnTo>
                  <a:pt x="0" y="0"/>
                </a:lnTo>
                <a:lnTo>
                  <a:pt x="0" y="59736"/>
                </a:lnTo>
                <a:lnTo>
                  <a:pt x="7946899" y="59736"/>
                </a:lnTo>
                <a:lnTo>
                  <a:pt x="7946899" y="0"/>
                </a:lnTo>
                <a:close/>
              </a:path>
            </a:pathLst>
          </a:custGeom>
          <a:solidFill>
            <a:srgbClr val="E5E5E5">
              <a:alpha val="2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39">
            <a:extLst>
              <a:ext uri="{FF2B5EF4-FFF2-40B4-BE49-F238E27FC236}">
                <a16:creationId xmlns:a16="http://schemas.microsoft.com/office/drawing/2014/main" id="{87B41C45-5CFE-3BA1-083C-9B01B540C4FE}"/>
              </a:ext>
            </a:extLst>
          </p:cNvPr>
          <p:cNvSpPr/>
          <p:nvPr/>
        </p:nvSpPr>
        <p:spPr>
          <a:xfrm>
            <a:off x="12133264" y="7587726"/>
            <a:ext cx="7947025" cy="60325"/>
          </a:xfrm>
          <a:custGeom>
            <a:avLst/>
            <a:gdLst/>
            <a:ahLst/>
            <a:cxnLst/>
            <a:rect l="l" t="t" r="r" b="b"/>
            <a:pathLst>
              <a:path w="7947025" h="60325">
                <a:moveTo>
                  <a:pt x="7946899" y="0"/>
                </a:moveTo>
                <a:lnTo>
                  <a:pt x="0" y="0"/>
                </a:lnTo>
                <a:lnTo>
                  <a:pt x="0" y="59736"/>
                </a:lnTo>
                <a:lnTo>
                  <a:pt x="7946899" y="59736"/>
                </a:lnTo>
                <a:lnTo>
                  <a:pt x="7946899" y="0"/>
                </a:lnTo>
                <a:close/>
              </a:path>
            </a:pathLst>
          </a:custGeom>
          <a:solidFill>
            <a:srgbClr val="E5E5E5">
              <a:alpha val="2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40">
            <a:extLst>
              <a:ext uri="{FF2B5EF4-FFF2-40B4-BE49-F238E27FC236}">
                <a16:creationId xmlns:a16="http://schemas.microsoft.com/office/drawing/2014/main" id="{B9B09904-0EB8-F5E9-79EE-5B545E336CE6}"/>
              </a:ext>
            </a:extLst>
          </p:cNvPr>
          <p:cNvSpPr/>
          <p:nvPr/>
        </p:nvSpPr>
        <p:spPr>
          <a:xfrm>
            <a:off x="12133264" y="9200630"/>
            <a:ext cx="7947025" cy="60325"/>
          </a:xfrm>
          <a:custGeom>
            <a:avLst/>
            <a:gdLst/>
            <a:ahLst/>
            <a:cxnLst/>
            <a:rect l="l" t="t" r="r" b="b"/>
            <a:pathLst>
              <a:path w="7947025" h="60325">
                <a:moveTo>
                  <a:pt x="7946899" y="0"/>
                </a:moveTo>
                <a:lnTo>
                  <a:pt x="0" y="0"/>
                </a:lnTo>
                <a:lnTo>
                  <a:pt x="0" y="59736"/>
                </a:lnTo>
                <a:lnTo>
                  <a:pt x="7946899" y="59736"/>
                </a:lnTo>
                <a:lnTo>
                  <a:pt x="7946899" y="0"/>
                </a:lnTo>
                <a:close/>
              </a:path>
            </a:pathLst>
          </a:custGeom>
          <a:solidFill>
            <a:srgbClr val="E5E5E5">
              <a:alpha val="2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41">
            <a:extLst>
              <a:ext uri="{FF2B5EF4-FFF2-40B4-BE49-F238E27FC236}">
                <a16:creationId xmlns:a16="http://schemas.microsoft.com/office/drawing/2014/main" id="{4CF6D490-BD0B-6D77-7A63-26C27C3FD1C7}"/>
              </a:ext>
            </a:extLst>
          </p:cNvPr>
          <p:cNvSpPr txBox="1"/>
          <p:nvPr/>
        </p:nvSpPr>
        <p:spPr>
          <a:xfrm>
            <a:off x="2878615" y="2552967"/>
            <a:ext cx="6642100" cy="4318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671830" algn="l"/>
              </a:tabLst>
            </a:pPr>
            <a:r>
              <a:rPr sz="265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1	</a:t>
            </a:r>
            <a:r>
              <a:rPr sz="2650" b="1" dirty="0">
                <a:solidFill>
                  <a:srgbClr val="9B1006"/>
                </a:solidFill>
                <a:latin typeface="Poppins" pitchFamily="2" charset="77"/>
                <a:cs typeface="Poppins" pitchFamily="2" charset="77"/>
              </a:rPr>
              <a:t>LEVANTAMENTO DE NECESSIDADES:</a:t>
            </a:r>
            <a:endParaRPr sz="265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E0AAEDDA-9A0B-7AF9-855D-CBAC0AFBC923}"/>
              </a:ext>
            </a:extLst>
          </p:cNvPr>
          <p:cNvSpPr txBox="1"/>
          <p:nvPr/>
        </p:nvSpPr>
        <p:spPr>
          <a:xfrm>
            <a:off x="3058089" y="7040056"/>
            <a:ext cx="8559165" cy="1159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80"/>
              </a:spcBef>
            </a:pPr>
            <a:r>
              <a:rPr lang="pt-BR" sz="2400" b="1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Como:</a:t>
            </a:r>
            <a:endParaRPr lang="pt-BR" sz="2400" dirty="0">
              <a:latin typeface="Poppins" pitchFamily="2" charset="77"/>
              <a:cs typeface="Poppins" pitchFamily="2" charset="77"/>
            </a:endParaRPr>
          </a:p>
          <a:p>
            <a:pPr marL="12700" marR="756285">
              <a:lnSpc>
                <a:spcPts val="2750"/>
              </a:lnSpc>
              <a:spcBef>
                <a:spcPts val="25"/>
              </a:spcBef>
            </a:pPr>
            <a:r>
              <a:rPr lang="pt-BR" sz="180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reuniões com envolvidos + visitas in loco + estudo de projetos e  documentos existentes + estudo de documentos de referência</a:t>
            </a:r>
            <a:endParaRPr lang="pt-BR" sz="18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801EF17-FEC1-DFC8-5E1C-A1BE7B03EE7C}"/>
              </a:ext>
            </a:extLst>
          </p:cNvPr>
          <p:cNvSpPr txBox="1"/>
          <p:nvPr/>
        </p:nvSpPr>
        <p:spPr>
          <a:xfrm>
            <a:off x="3073036" y="8740725"/>
            <a:ext cx="9048712" cy="1456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pt-BR" sz="2400" b="1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Forma de formalização:</a:t>
            </a:r>
            <a:endParaRPr lang="pt-BR" sz="2400" dirty="0">
              <a:latin typeface="Poppins" pitchFamily="2" charset="77"/>
              <a:cs typeface="Poppins" pitchFamily="2" charset="77"/>
            </a:endParaRPr>
          </a:p>
          <a:p>
            <a:pPr marL="12700" marR="5080">
              <a:lnSpc>
                <a:spcPts val="2750"/>
              </a:lnSpc>
            </a:pPr>
            <a:r>
              <a:rPr lang="pt-BR" sz="180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atas de reunião + controle de mudanças + relatórios para tomada de  decisão + estudo preliminar + e-mails</a:t>
            </a:r>
            <a:endParaRPr lang="pt-BR" sz="1800" dirty="0">
              <a:latin typeface="Poppins" pitchFamily="2" charset="77"/>
              <a:cs typeface="Poppins" pitchFamily="2" charset="77"/>
            </a:endParaRPr>
          </a:p>
          <a:p>
            <a:endParaRPr lang="pt-BR" dirty="0"/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E13B8982-90FB-F83F-C28B-287380181204}"/>
              </a:ext>
            </a:extLst>
          </p:cNvPr>
          <p:cNvSpPr txBox="1">
            <a:spLocks/>
          </p:cNvSpPr>
          <p:nvPr/>
        </p:nvSpPr>
        <p:spPr>
          <a:xfrm>
            <a:off x="2535293" y="1356788"/>
            <a:ext cx="7745357" cy="60465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3850" b="1" i="0">
                <a:solidFill>
                  <a:srgbClr val="565555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pt-BR" kern="0" spc="135" dirty="0">
                <a:latin typeface="Poppins" pitchFamily="2" charset="77"/>
                <a:cs typeface="Poppins" pitchFamily="2" charset="77"/>
              </a:rPr>
              <a:t>Processo</a:t>
            </a:r>
            <a:r>
              <a:rPr lang="pt-BR" kern="0" spc="-240" dirty="0">
                <a:latin typeface="Poppins" pitchFamily="2" charset="77"/>
                <a:cs typeface="Poppins" pitchFamily="2" charset="77"/>
              </a:rPr>
              <a:t> </a:t>
            </a:r>
            <a:r>
              <a:rPr lang="pt-BR" kern="0" spc="315" dirty="0">
                <a:latin typeface="Poppins" pitchFamily="2" charset="77"/>
                <a:cs typeface="Poppins" pitchFamily="2" charset="77"/>
              </a:rPr>
              <a:t>de</a:t>
            </a:r>
            <a:r>
              <a:rPr lang="pt-BR" kern="0" spc="-240" dirty="0">
                <a:latin typeface="Poppins" pitchFamily="2" charset="77"/>
                <a:cs typeface="Poppins" pitchFamily="2" charset="77"/>
              </a:rPr>
              <a:t> </a:t>
            </a:r>
            <a:r>
              <a:rPr lang="pt-BR" kern="0" spc="325" dirty="0">
                <a:latin typeface="Poppins" pitchFamily="2" charset="77"/>
                <a:cs typeface="Poppins" pitchFamily="2" charset="77"/>
              </a:rPr>
              <a:t>Contratação</a:t>
            </a:r>
          </a:p>
        </p:txBody>
      </p:sp>
    </p:spTree>
    <p:extLst>
      <p:ext uri="{BB962C8B-B14F-4D97-AF65-F5344CB8AC3E}">
        <p14:creationId xmlns:p14="http://schemas.microsoft.com/office/powerpoint/2010/main" val="3251490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9">
            <a:extLst>
              <a:ext uri="{FF2B5EF4-FFF2-40B4-BE49-F238E27FC236}">
                <a16:creationId xmlns:a16="http://schemas.microsoft.com/office/drawing/2014/main" id="{59688723-3E8C-5709-6291-A618BA559625}"/>
              </a:ext>
            </a:extLst>
          </p:cNvPr>
          <p:cNvSpPr/>
          <p:nvPr/>
        </p:nvSpPr>
        <p:spPr>
          <a:xfrm>
            <a:off x="2565361" y="3465866"/>
            <a:ext cx="9879330" cy="1452880"/>
          </a:xfrm>
          <a:custGeom>
            <a:avLst/>
            <a:gdLst/>
            <a:ahLst/>
            <a:cxnLst/>
            <a:rect l="l" t="t" r="r" b="b"/>
            <a:pathLst>
              <a:path w="9879330" h="1452879">
                <a:moveTo>
                  <a:pt x="9485952" y="0"/>
                </a:moveTo>
                <a:lnTo>
                  <a:pt x="393150" y="0"/>
                </a:lnTo>
                <a:lnTo>
                  <a:pt x="344010" y="3077"/>
                </a:lnTo>
                <a:lnTo>
                  <a:pt x="296642" y="12061"/>
                </a:lnTo>
                <a:lnTo>
                  <a:pt x="251422" y="26573"/>
                </a:lnTo>
                <a:lnTo>
                  <a:pt x="208725" y="46240"/>
                </a:lnTo>
                <a:lnTo>
                  <a:pt x="168926" y="70684"/>
                </a:lnTo>
                <a:lnTo>
                  <a:pt x="132403" y="99530"/>
                </a:lnTo>
                <a:lnTo>
                  <a:pt x="99530" y="132403"/>
                </a:lnTo>
                <a:lnTo>
                  <a:pt x="70684" y="168926"/>
                </a:lnTo>
                <a:lnTo>
                  <a:pt x="46240" y="208725"/>
                </a:lnTo>
                <a:lnTo>
                  <a:pt x="26573" y="251422"/>
                </a:lnTo>
                <a:lnTo>
                  <a:pt x="12061" y="296642"/>
                </a:lnTo>
                <a:lnTo>
                  <a:pt x="3077" y="344010"/>
                </a:lnTo>
                <a:lnTo>
                  <a:pt x="0" y="393150"/>
                </a:lnTo>
                <a:lnTo>
                  <a:pt x="0" y="1059130"/>
                </a:lnTo>
                <a:lnTo>
                  <a:pt x="3077" y="1108269"/>
                </a:lnTo>
                <a:lnTo>
                  <a:pt x="12061" y="1155637"/>
                </a:lnTo>
                <a:lnTo>
                  <a:pt x="26573" y="1200858"/>
                </a:lnTo>
                <a:lnTo>
                  <a:pt x="46240" y="1243555"/>
                </a:lnTo>
                <a:lnTo>
                  <a:pt x="70684" y="1283353"/>
                </a:lnTo>
                <a:lnTo>
                  <a:pt x="99530" y="1319876"/>
                </a:lnTo>
                <a:lnTo>
                  <a:pt x="132403" y="1352749"/>
                </a:lnTo>
                <a:lnTo>
                  <a:pt x="168926" y="1381596"/>
                </a:lnTo>
                <a:lnTo>
                  <a:pt x="208725" y="1406040"/>
                </a:lnTo>
                <a:lnTo>
                  <a:pt x="251422" y="1425706"/>
                </a:lnTo>
                <a:lnTo>
                  <a:pt x="296642" y="1440219"/>
                </a:lnTo>
                <a:lnTo>
                  <a:pt x="344010" y="1449202"/>
                </a:lnTo>
                <a:lnTo>
                  <a:pt x="393150" y="1452280"/>
                </a:lnTo>
                <a:lnTo>
                  <a:pt x="9485952" y="1452280"/>
                </a:lnTo>
                <a:lnTo>
                  <a:pt x="9535091" y="1449202"/>
                </a:lnTo>
                <a:lnTo>
                  <a:pt x="9582459" y="1440219"/>
                </a:lnTo>
                <a:lnTo>
                  <a:pt x="9627680" y="1425706"/>
                </a:lnTo>
                <a:lnTo>
                  <a:pt x="9670377" y="1406040"/>
                </a:lnTo>
                <a:lnTo>
                  <a:pt x="9710175" y="1381596"/>
                </a:lnTo>
                <a:lnTo>
                  <a:pt x="9746698" y="1352749"/>
                </a:lnTo>
                <a:lnTo>
                  <a:pt x="9779571" y="1319876"/>
                </a:lnTo>
                <a:lnTo>
                  <a:pt x="9808418" y="1283353"/>
                </a:lnTo>
                <a:lnTo>
                  <a:pt x="9832862" y="1243555"/>
                </a:lnTo>
                <a:lnTo>
                  <a:pt x="9852528" y="1200858"/>
                </a:lnTo>
                <a:lnTo>
                  <a:pt x="9867041" y="1155637"/>
                </a:lnTo>
                <a:lnTo>
                  <a:pt x="9876024" y="1108269"/>
                </a:lnTo>
                <a:lnTo>
                  <a:pt x="9879102" y="1059130"/>
                </a:lnTo>
                <a:lnTo>
                  <a:pt x="9879102" y="393150"/>
                </a:lnTo>
                <a:lnTo>
                  <a:pt x="9876024" y="344010"/>
                </a:lnTo>
                <a:lnTo>
                  <a:pt x="9867041" y="296642"/>
                </a:lnTo>
                <a:lnTo>
                  <a:pt x="9852528" y="251422"/>
                </a:lnTo>
                <a:lnTo>
                  <a:pt x="9832862" y="208725"/>
                </a:lnTo>
                <a:lnTo>
                  <a:pt x="9808418" y="168926"/>
                </a:lnTo>
                <a:lnTo>
                  <a:pt x="9779571" y="132403"/>
                </a:lnTo>
                <a:lnTo>
                  <a:pt x="9746698" y="99530"/>
                </a:lnTo>
                <a:lnTo>
                  <a:pt x="9710175" y="70684"/>
                </a:lnTo>
                <a:lnTo>
                  <a:pt x="9670377" y="46240"/>
                </a:lnTo>
                <a:lnTo>
                  <a:pt x="9627680" y="26573"/>
                </a:lnTo>
                <a:lnTo>
                  <a:pt x="9582459" y="12061"/>
                </a:lnTo>
                <a:lnTo>
                  <a:pt x="9535091" y="3077"/>
                </a:lnTo>
                <a:lnTo>
                  <a:pt x="9485952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D97542C6-E7EC-C151-E160-2DE385414947}"/>
              </a:ext>
            </a:extLst>
          </p:cNvPr>
          <p:cNvSpPr/>
          <p:nvPr/>
        </p:nvSpPr>
        <p:spPr>
          <a:xfrm>
            <a:off x="16591" y="1047088"/>
            <a:ext cx="1711325" cy="9225280"/>
          </a:xfrm>
          <a:custGeom>
            <a:avLst/>
            <a:gdLst/>
            <a:ahLst/>
            <a:cxnLst/>
            <a:rect l="l" t="t" r="r" b="b"/>
            <a:pathLst>
              <a:path w="1711325" h="9225280">
                <a:moveTo>
                  <a:pt x="1170938" y="0"/>
                </a:moveTo>
                <a:lnTo>
                  <a:pt x="0" y="0"/>
                </a:lnTo>
                <a:lnTo>
                  <a:pt x="0" y="9224850"/>
                </a:lnTo>
                <a:lnTo>
                  <a:pt x="1170938" y="9224850"/>
                </a:lnTo>
                <a:lnTo>
                  <a:pt x="1217545" y="9222842"/>
                </a:lnTo>
                <a:lnTo>
                  <a:pt x="1263052" y="9216929"/>
                </a:lnTo>
                <a:lnTo>
                  <a:pt x="1307296" y="9207274"/>
                </a:lnTo>
                <a:lnTo>
                  <a:pt x="1350115" y="9194042"/>
                </a:lnTo>
                <a:lnTo>
                  <a:pt x="1391346" y="9177396"/>
                </a:lnTo>
                <a:lnTo>
                  <a:pt x="1430828" y="9157502"/>
                </a:lnTo>
                <a:lnTo>
                  <a:pt x="1468398" y="9134523"/>
                </a:lnTo>
                <a:lnTo>
                  <a:pt x="1503894" y="9108623"/>
                </a:lnTo>
                <a:lnTo>
                  <a:pt x="1537155" y="9079967"/>
                </a:lnTo>
                <a:lnTo>
                  <a:pt x="1568017" y="9048719"/>
                </a:lnTo>
                <a:lnTo>
                  <a:pt x="1596319" y="9015042"/>
                </a:lnTo>
                <a:lnTo>
                  <a:pt x="1621899" y="8979102"/>
                </a:lnTo>
                <a:lnTo>
                  <a:pt x="1644594" y="8941062"/>
                </a:lnTo>
                <a:lnTo>
                  <a:pt x="1664243" y="8901087"/>
                </a:lnTo>
                <a:lnTo>
                  <a:pt x="1680683" y="8859340"/>
                </a:lnTo>
                <a:lnTo>
                  <a:pt x="1693751" y="8815986"/>
                </a:lnTo>
                <a:lnTo>
                  <a:pt x="1703287" y="8771189"/>
                </a:lnTo>
                <a:lnTo>
                  <a:pt x="1709127" y="8725114"/>
                </a:lnTo>
                <a:lnTo>
                  <a:pt x="1711110" y="8677924"/>
                </a:lnTo>
                <a:lnTo>
                  <a:pt x="1711110" y="546925"/>
                </a:lnTo>
                <a:lnTo>
                  <a:pt x="1709127" y="499735"/>
                </a:lnTo>
                <a:lnTo>
                  <a:pt x="1703287" y="453660"/>
                </a:lnTo>
                <a:lnTo>
                  <a:pt x="1693751" y="408863"/>
                </a:lnTo>
                <a:lnTo>
                  <a:pt x="1680683" y="365509"/>
                </a:lnTo>
                <a:lnTo>
                  <a:pt x="1664243" y="323762"/>
                </a:lnTo>
                <a:lnTo>
                  <a:pt x="1644594" y="283787"/>
                </a:lnTo>
                <a:lnTo>
                  <a:pt x="1621899" y="245747"/>
                </a:lnTo>
                <a:lnTo>
                  <a:pt x="1596319" y="209807"/>
                </a:lnTo>
                <a:lnTo>
                  <a:pt x="1568017" y="176130"/>
                </a:lnTo>
                <a:lnTo>
                  <a:pt x="1537155" y="144882"/>
                </a:lnTo>
                <a:lnTo>
                  <a:pt x="1503894" y="116226"/>
                </a:lnTo>
                <a:lnTo>
                  <a:pt x="1468398" y="90326"/>
                </a:lnTo>
                <a:lnTo>
                  <a:pt x="1430828" y="67347"/>
                </a:lnTo>
                <a:lnTo>
                  <a:pt x="1391346" y="47453"/>
                </a:lnTo>
                <a:lnTo>
                  <a:pt x="1350115" y="30807"/>
                </a:lnTo>
                <a:lnTo>
                  <a:pt x="1307296" y="17575"/>
                </a:lnTo>
                <a:lnTo>
                  <a:pt x="1263052" y="7920"/>
                </a:lnTo>
                <a:lnTo>
                  <a:pt x="1217545" y="2007"/>
                </a:lnTo>
                <a:lnTo>
                  <a:pt x="1170938" y="0"/>
                </a:lnTo>
                <a:close/>
              </a:path>
            </a:pathLst>
          </a:custGeom>
          <a:solidFill>
            <a:srgbClr val="9B10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12">
            <a:extLst>
              <a:ext uri="{FF2B5EF4-FFF2-40B4-BE49-F238E27FC236}">
                <a16:creationId xmlns:a16="http://schemas.microsoft.com/office/drawing/2014/main" id="{CD239CE8-CDB9-2542-447D-56B663393297}"/>
              </a:ext>
            </a:extLst>
          </p:cNvPr>
          <p:cNvSpPr/>
          <p:nvPr/>
        </p:nvSpPr>
        <p:spPr>
          <a:xfrm>
            <a:off x="2565361" y="5160195"/>
            <a:ext cx="9879330" cy="1452880"/>
          </a:xfrm>
          <a:custGeom>
            <a:avLst/>
            <a:gdLst/>
            <a:ahLst/>
            <a:cxnLst/>
            <a:rect l="l" t="t" r="r" b="b"/>
            <a:pathLst>
              <a:path w="9879330" h="1452879">
                <a:moveTo>
                  <a:pt x="9485952" y="0"/>
                </a:moveTo>
                <a:lnTo>
                  <a:pt x="393150" y="0"/>
                </a:lnTo>
                <a:lnTo>
                  <a:pt x="344010" y="3077"/>
                </a:lnTo>
                <a:lnTo>
                  <a:pt x="296642" y="12061"/>
                </a:lnTo>
                <a:lnTo>
                  <a:pt x="251422" y="26573"/>
                </a:lnTo>
                <a:lnTo>
                  <a:pt x="208725" y="46240"/>
                </a:lnTo>
                <a:lnTo>
                  <a:pt x="168926" y="70684"/>
                </a:lnTo>
                <a:lnTo>
                  <a:pt x="132403" y="99530"/>
                </a:lnTo>
                <a:lnTo>
                  <a:pt x="99530" y="132403"/>
                </a:lnTo>
                <a:lnTo>
                  <a:pt x="70684" y="168926"/>
                </a:lnTo>
                <a:lnTo>
                  <a:pt x="46240" y="208725"/>
                </a:lnTo>
                <a:lnTo>
                  <a:pt x="26573" y="251422"/>
                </a:lnTo>
                <a:lnTo>
                  <a:pt x="12061" y="296642"/>
                </a:lnTo>
                <a:lnTo>
                  <a:pt x="3077" y="344010"/>
                </a:lnTo>
                <a:lnTo>
                  <a:pt x="0" y="393150"/>
                </a:lnTo>
                <a:lnTo>
                  <a:pt x="0" y="1059130"/>
                </a:lnTo>
                <a:lnTo>
                  <a:pt x="3077" y="1108269"/>
                </a:lnTo>
                <a:lnTo>
                  <a:pt x="12061" y="1155637"/>
                </a:lnTo>
                <a:lnTo>
                  <a:pt x="26573" y="1200858"/>
                </a:lnTo>
                <a:lnTo>
                  <a:pt x="46240" y="1243555"/>
                </a:lnTo>
                <a:lnTo>
                  <a:pt x="70684" y="1283353"/>
                </a:lnTo>
                <a:lnTo>
                  <a:pt x="99530" y="1319876"/>
                </a:lnTo>
                <a:lnTo>
                  <a:pt x="132403" y="1352749"/>
                </a:lnTo>
                <a:lnTo>
                  <a:pt x="168926" y="1381596"/>
                </a:lnTo>
                <a:lnTo>
                  <a:pt x="208725" y="1406040"/>
                </a:lnTo>
                <a:lnTo>
                  <a:pt x="251422" y="1425706"/>
                </a:lnTo>
                <a:lnTo>
                  <a:pt x="296642" y="1440219"/>
                </a:lnTo>
                <a:lnTo>
                  <a:pt x="344010" y="1449202"/>
                </a:lnTo>
                <a:lnTo>
                  <a:pt x="393150" y="1452280"/>
                </a:lnTo>
                <a:lnTo>
                  <a:pt x="9485952" y="1452280"/>
                </a:lnTo>
                <a:lnTo>
                  <a:pt x="9535091" y="1449202"/>
                </a:lnTo>
                <a:lnTo>
                  <a:pt x="9582459" y="1440219"/>
                </a:lnTo>
                <a:lnTo>
                  <a:pt x="9627680" y="1425706"/>
                </a:lnTo>
                <a:lnTo>
                  <a:pt x="9670377" y="1406040"/>
                </a:lnTo>
                <a:lnTo>
                  <a:pt x="9710175" y="1381596"/>
                </a:lnTo>
                <a:lnTo>
                  <a:pt x="9746698" y="1352749"/>
                </a:lnTo>
                <a:lnTo>
                  <a:pt x="9779571" y="1319876"/>
                </a:lnTo>
                <a:lnTo>
                  <a:pt x="9808418" y="1283353"/>
                </a:lnTo>
                <a:lnTo>
                  <a:pt x="9832862" y="1243555"/>
                </a:lnTo>
                <a:lnTo>
                  <a:pt x="9852528" y="1200858"/>
                </a:lnTo>
                <a:lnTo>
                  <a:pt x="9867041" y="1155637"/>
                </a:lnTo>
                <a:lnTo>
                  <a:pt x="9876024" y="1108269"/>
                </a:lnTo>
                <a:lnTo>
                  <a:pt x="9879102" y="1059130"/>
                </a:lnTo>
                <a:lnTo>
                  <a:pt x="9879102" y="393150"/>
                </a:lnTo>
                <a:lnTo>
                  <a:pt x="9876024" y="344010"/>
                </a:lnTo>
                <a:lnTo>
                  <a:pt x="9867041" y="296642"/>
                </a:lnTo>
                <a:lnTo>
                  <a:pt x="9852528" y="251422"/>
                </a:lnTo>
                <a:lnTo>
                  <a:pt x="9832862" y="208725"/>
                </a:lnTo>
                <a:lnTo>
                  <a:pt x="9808418" y="168926"/>
                </a:lnTo>
                <a:lnTo>
                  <a:pt x="9779571" y="132403"/>
                </a:lnTo>
                <a:lnTo>
                  <a:pt x="9746698" y="99530"/>
                </a:lnTo>
                <a:lnTo>
                  <a:pt x="9710175" y="70684"/>
                </a:lnTo>
                <a:lnTo>
                  <a:pt x="9670377" y="46240"/>
                </a:lnTo>
                <a:lnTo>
                  <a:pt x="9627680" y="26573"/>
                </a:lnTo>
                <a:lnTo>
                  <a:pt x="9582459" y="12061"/>
                </a:lnTo>
                <a:lnTo>
                  <a:pt x="9535091" y="3077"/>
                </a:lnTo>
                <a:lnTo>
                  <a:pt x="9485952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13">
            <a:extLst>
              <a:ext uri="{FF2B5EF4-FFF2-40B4-BE49-F238E27FC236}">
                <a16:creationId xmlns:a16="http://schemas.microsoft.com/office/drawing/2014/main" id="{E4784030-4164-BB6A-DE32-C55AD88B09B9}"/>
              </a:ext>
            </a:extLst>
          </p:cNvPr>
          <p:cNvSpPr/>
          <p:nvPr/>
        </p:nvSpPr>
        <p:spPr>
          <a:xfrm>
            <a:off x="2565361" y="6827623"/>
            <a:ext cx="9879330" cy="1452880"/>
          </a:xfrm>
          <a:custGeom>
            <a:avLst/>
            <a:gdLst/>
            <a:ahLst/>
            <a:cxnLst/>
            <a:rect l="l" t="t" r="r" b="b"/>
            <a:pathLst>
              <a:path w="9879330" h="1452879">
                <a:moveTo>
                  <a:pt x="9485952" y="0"/>
                </a:moveTo>
                <a:lnTo>
                  <a:pt x="393150" y="0"/>
                </a:lnTo>
                <a:lnTo>
                  <a:pt x="344010" y="3077"/>
                </a:lnTo>
                <a:lnTo>
                  <a:pt x="296642" y="12061"/>
                </a:lnTo>
                <a:lnTo>
                  <a:pt x="251422" y="26573"/>
                </a:lnTo>
                <a:lnTo>
                  <a:pt x="208725" y="46240"/>
                </a:lnTo>
                <a:lnTo>
                  <a:pt x="168926" y="70684"/>
                </a:lnTo>
                <a:lnTo>
                  <a:pt x="132403" y="99530"/>
                </a:lnTo>
                <a:lnTo>
                  <a:pt x="99530" y="132403"/>
                </a:lnTo>
                <a:lnTo>
                  <a:pt x="70684" y="168926"/>
                </a:lnTo>
                <a:lnTo>
                  <a:pt x="46240" y="208725"/>
                </a:lnTo>
                <a:lnTo>
                  <a:pt x="26573" y="251422"/>
                </a:lnTo>
                <a:lnTo>
                  <a:pt x="12061" y="296642"/>
                </a:lnTo>
                <a:lnTo>
                  <a:pt x="3077" y="344010"/>
                </a:lnTo>
                <a:lnTo>
                  <a:pt x="0" y="393150"/>
                </a:lnTo>
                <a:lnTo>
                  <a:pt x="0" y="1059130"/>
                </a:lnTo>
                <a:lnTo>
                  <a:pt x="3077" y="1108269"/>
                </a:lnTo>
                <a:lnTo>
                  <a:pt x="12061" y="1155637"/>
                </a:lnTo>
                <a:lnTo>
                  <a:pt x="26573" y="1200858"/>
                </a:lnTo>
                <a:lnTo>
                  <a:pt x="46240" y="1243555"/>
                </a:lnTo>
                <a:lnTo>
                  <a:pt x="70684" y="1283353"/>
                </a:lnTo>
                <a:lnTo>
                  <a:pt x="99530" y="1319876"/>
                </a:lnTo>
                <a:lnTo>
                  <a:pt x="132403" y="1352749"/>
                </a:lnTo>
                <a:lnTo>
                  <a:pt x="168926" y="1381596"/>
                </a:lnTo>
                <a:lnTo>
                  <a:pt x="208725" y="1406040"/>
                </a:lnTo>
                <a:lnTo>
                  <a:pt x="251422" y="1425706"/>
                </a:lnTo>
                <a:lnTo>
                  <a:pt x="296642" y="1440219"/>
                </a:lnTo>
                <a:lnTo>
                  <a:pt x="344010" y="1449202"/>
                </a:lnTo>
                <a:lnTo>
                  <a:pt x="393150" y="1452280"/>
                </a:lnTo>
                <a:lnTo>
                  <a:pt x="9485952" y="1452280"/>
                </a:lnTo>
                <a:lnTo>
                  <a:pt x="9535091" y="1449202"/>
                </a:lnTo>
                <a:lnTo>
                  <a:pt x="9582459" y="1440219"/>
                </a:lnTo>
                <a:lnTo>
                  <a:pt x="9627680" y="1425706"/>
                </a:lnTo>
                <a:lnTo>
                  <a:pt x="9670377" y="1406040"/>
                </a:lnTo>
                <a:lnTo>
                  <a:pt x="9710175" y="1381596"/>
                </a:lnTo>
                <a:lnTo>
                  <a:pt x="9746698" y="1352749"/>
                </a:lnTo>
                <a:lnTo>
                  <a:pt x="9779571" y="1319876"/>
                </a:lnTo>
                <a:lnTo>
                  <a:pt x="9808418" y="1283353"/>
                </a:lnTo>
                <a:lnTo>
                  <a:pt x="9832862" y="1243555"/>
                </a:lnTo>
                <a:lnTo>
                  <a:pt x="9852528" y="1200858"/>
                </a:lnTo>
                <a:lnTo>
                  <a:pt x="9867041" y="1155637"/>
                </a:lnTo>
                <a:lnTo>
                  <a:pt x="9876024" y="1108269"/>
                </a:lnTo>
                <a:lnTo>
                  <a:pt x="9879102" y="1059130"/>
                </a:lnTo>
                <a:lnTo>
                  <a:pt x="9879102" y="393150"/>
                </a:lnTo>
                <a:lnTo>
                  <a:pt x="9876024" y="344010"/>
                </a:lnTo>
                <a:lnTo>
                  <a:pt x="9867041" y="296642"/>
                </a:lnTo>
                <a:lnTo>
                  <a:pt x="9852528" y="251422"/>
                </a:lnTo>
                <a:lnTo>
                  <a:pt x="9832862" y="208725"/>
                </a:lnTo>
                <a:lnTo>
                  <a:pt x="9808418" y="168926"/>
                </a:lnTo>
                <a:lnTo>
                  <a:pt x="9779571" y="132403"/>
                </a:lnTo>
                <a:lnTo>
                  <a:pt x="9746698" y="99530"/>
                </a:lnTo>
                <a:lnTo>
                  <a:pt x="9710175" y="70684"/>
                </a:lnTo>
                <a:lnTo>
                  <a:pt x="9670377" y="46240"/>
                </a:lnTo>
                <a:lnTo>
                  <a:pt x="9627680" y="26573"/>
                </a:lnTo>
                <a:lnTo>
                  <a:pt x="9582459" y="12061"/>
                </a:lnTo>
                <a:lnTo>
                  <a:pt x="9535091" y="3077"/>
                </a:lnTo>
                <a:lnTo>
                  <a:pt x="9485952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14">
            <a:extLst>
              <a:ext uri="{FF2B5EF4-FFF2-40B4-BE49-F238E27FC236}">
                <a16:creationId xmlns:a16="http://schemas.microsoft.com/office/drawing/2014/main" id="{100755E1-6285-B8A5-3C1D-3B7FD97FCFD4}"/>
              </a:ext>
            </a:extLst>
          </p:cNvPr>
          <p:cNvSpPr/>
          <p:nvPr/>
        </p:nvSpPr>
        <p:spPr>
          <a:xfrm>
            <a:off x="2565361" y="8495060"/>
            <a:ext cx="9879330" cy="1452880"/>
          </a:xfrm>
          <a:custGeom>
            <a:avLst/>
            <a:gdLst/>
            <a:ahLst/>
            <a:cxnLst/>
            <a:rect l="l" t="t" r="r" b="b"/>
            <a:pathLst>
              <a:path w="9879330" h="1452879">
                <a:moveTo>
                  <a:pt x="9485952" y="0"/>
                </a:moveTo>
                <a:lnTo>
                  <a:pt x="393150" y="0"/>
                </a:lnTo>
                <a:lnTo>
                  <a:pt x="344010" y="3077"/>
                </a:lnTo>
                <a:lnTo>
                  <a:pt x="296642" y="12061"/>
                </a:lnTo>
                <a:lnTo>
                  <a:pt x="251422" y="26573"/>
                </a:lnTo>
                <a:lnTo>
                  <a:pt x="208725" y="46240"/>
                </a:lnTo>
                <a:lnTo>
                  <a:pt x="168926" y="70684"/>
                </a:lnTo>
                <a:lnTo>
                  <a:pt x="132403" y="99530"/>
                </a:lnTo>
                <a:lnTo>
                  <a:pt x="99530" y="132403"/>
                </a:lnTo>
                <a:lnTo>
                  <a:pt x="70684" y="168926"/>
                </a:lnTo>
                <a:lnTo>
                  <a:pt x="46240" y="208725"/>
                </a:lnTo>
                <a:lnTo>
                  <a:pt x="26573" y="251422"/>
                </a:lnTo>
                <a:lnTo>
                  <a:pt x="12061" y="296642"/>
                </a:lnTo>
                <a:lnTo>
                  <a:pt x="3077" y="344010"/>
                </a:lnTo>
                <a:lnTo>
                  <a:pt x="0" y="393150"/>
                </a:lnTo>
                <a:lnTo>
                  <a:pt x="0" y="1059130"/>
                </a:lnTo>
                <a:lnTo>
                  <a:pt x="3077" y="1108269"/>
                </a:lnTo>
                <a:lnTo>
                  <a:pt x="12061" y="1155637"/>
                </a:lnTo>
                <a:lnTo>
                  <a:pt x="26573" y="1200858"/>
                </a:lnTo>
                <a:lnTo>
                  <a:pt x="46240" y="1243555"/>
                </a:lnTo>
                <a:lnTo>
                  <a:pt x="70684" y="1283353"/>
                </a:lnTo>
                <a:lnTo>
                  <a:pt x="99530" y="1319876"/>
                </a:lnTo>
                <a:lnTo>
                  <a:pt x="132403" y="1352749"/>
                </a:lnTo>
                <a:lnTo>
                  <a:pt x="168926" y="1381596"/>
                </a:lnTo>
                <a:lnTo>
                  <a:pt x="208725" y="1406040"/>
                </a:lnTo>
                <a:lnTo>
                  <a:pt x="251422" y="1425706"/>
                </a:lnTo>
                <a:lnTo>
                  <a:pt x="296642" y="1440219"/>
                </a:lnTo>
                <a:lnTo>
                  <a:pt x="344010" y="1449202"/>
                </a:lnTo>
                <a:lnTo>
                  <a:pt x="393150" y="1452280"/>
                </a:lnTo>
                <a:lnTo>
                  <a:pt x="9485952" y="1452280"/>
                </a:lnTo>
                <a:lnTo>
                  <a:pt x="9535091" y="1449202"/>
                </a:lnTo>
                <a:lnTo>
                  <a:pt x="9582459" y="1440219"/>
                </a:lnTo>
                <a:lnTo>
                  <a:pt x="9627680" y="1425706"/>
                </a:lnTo>
                <a:lnTo>
                  <a:pt x="9670377" y="1406040"/>
                </a:lnTo>
                <a:lnTo>
                  <a:pt x="9710175" y="1381596"/>
                </a:lnTo>
                <a:lnTo>
                  <a:pt x="9746698" y="1352749"/>
                </a:lnTo>
                <a:lnTo>
                  <a:pt x="9779571" y="1319876"/>
                </a:lnTo>
                <a:lnTo>
                  <a:pt x="9808418" y="1283353"/>
                </a:lnTo>
                <a:lnTo>
                  <a:pt x="9832862" y="1243555"/>
                </a:lnTo>
                <a:lnTo>
                  <a:pt x="9852528" y="1200858"/>
                </a:lnTo>
                <a:lnTo>
                  <a:pt x="9867041" y="1155637"/>
                </a:lnTo>
                <a:lnTo>
                  <a:pt x="9876024" y="1108269"/>
                </a:lnTo>
                <a:lnTo>
                  <a:pt x="9879102" y="1059130"/>
                </a:lnTo>
                <a:lnTo>
                  <a:pt x="9879102" y="393150"/>
                </a:lnTo>
                <a:lnTo>
                  <a:pt x="9876024" y="344010"/>
                </a:lnTo>
                <a:lnTo>
                  <a:pt x="9867041" y="296642"/>
                </a:lnTo>
                <a:lnTo>
                  <a:pt x="9852528" y="251422"/>
                </a:lnTo>
                <a:lnTo>
                  <a:pt x="9832862" y="208725"/>
                </a:lnTo>
                <a:lnTo>
                  <a:pt x="9808418" y="168926"/>
                </a:lnTo>
                <a:lnTo>
                  <a:pt x="9779571" y="132403"/>
                </a:lnTo>
                <a:lnTo>
                  <a:pt x="9746698" y="99530"/>
                </a:lnTo>
                <a:lnTo>
                  <a:pt x="9710175" y="70684"/>
                </a:lnTo>
                <a:lnTo>
                  <a:pt x="9670377" y="46240"/>
                </a:lnTo>
                <a:lnTo>
                  <a:pt x="9627680" y="26573"/>
                </a:lnTo>
                <a:lnTo>
                  <a:pt x="9582459" y="12061"/>
                </a:lnTo>
                <a:lnTo>
                  <a:pt x="9535091" y="3077"/>
                </a:lnTo>
                <a:lnTo>
                  <a:pt x="9485952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5">
            <a:extLst>
              <a:ext uri="{FF2B5EF4-FFF2-40B4-BE49-F238E27FC236}">
                <a16:creationId xmlns:a16="http://schemas.microsoft.com/office/drawing/2014/main" id="{9E97C3EA-43EF-AA6F-1AC4-0756ABB0AE9F}"/>
              </a:ext>
            </a:extLst>
          </p:cNvPr>
          <p:cNvSpPr txBox="1"/>
          <p:nvPr/>
        </p:nvSpPr>
        <p:spPr>
          <a:xfrm>
            <a:off x="3069605" y="5296639"/>
            <a:ext cx="7807959" cy="118237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650" b="1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Quando:</a:t>
            </a:r>
            <a:endParaRPr sz="2650" dirty="0">
              <a:latin typeface="Poppins" pitchFamily="2" charset="77"/>
              <a:cs typeface="Poppins" pitchFamily="2" charset="77"/>
            </a:endParaRPr>
          </a:p>
          <a:p>
            <a:pPr marL="12700" marR="5080">
              <a:lnSpc>
                <a:spcPts val="2750"/>
              </a:lnSpc>
              <a:spcBef>
                <a:spcPts val="20"/>
              </a:spcBef>
            </a:pPr>
            <a:r>
              <a:rPr sz="190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posterior a definição das necessidades e elaboração do estudo  preliminar e </a:t>
            </a:r>
            <a:r>
              <a:rPr sz="1900" dirty="0" err="1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anteprojeto</a:t>
            </a:r>
            <a:endParaRPr sz="19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0" name="object 16">
            <a:extLst>
              <a:ext uri="{FF2B5EF4-FFF2-40B4-BE49-F238E27FC236}">
                <a16:creationId xmlns:a16="http://schemas.microsoft.com/office/drawing/2014/main" id="{258C7A82-8095-6A69-45D0-CCB5331DA039}"/>
              </a:ext>
            </a:extLst>
          </p:cNvPr>
          <p:cNvSpPr/>
          <p:nvPr/>
        </p:nvSpPr>
        <p:spPr>
          <a:xfrm>
            <a:off x="2603472" y="2451757"/>
            <a:ext cx="674370" cy="674370"/>
          </a:xfrm>
          <a:custGeom>
            <a:avLst/>
            <a:gdLst/>
            <a:ahLst/>
            <a:cxnLst/>
            <a:rect l="l" t="t" r="r" b="b"/>
            <a:pathLst>
              <a:path w="674370" h="674369">
                <a:moveTo>
                  <a:pt x="607625" y="0"/>
                </a:moveTo>
                <a:lnTo>
                  <a:pt x="66301" y="0"/>
                </a:lnTo>
                <a:lnTo>
                  <a:pt x="40494" y="5210"/>
                </a:lnTo>
                <a:lnTo>
                  <a:pt x="19419" y="19418"/>
                </a:lnTo>
                <a:lnTo>
                  <a:pt x="5210" y="40489"/>
                </a:lnTo>
                <a:lnTo>
                  <a:pt x="0" y="66291"/>
                </a:lnTo>
                <a:lnTo>
                  <a:pt x="0" y="607709"/>
                </a:lnTo>
                <a:lnTo>
                  <a:pt x="5210" y="633520"/>
                </a:lnTo>
                <a:lnTo>
                  <a:pt x="19419" y="654595"/>
                </a:lnTo>
                <a:lnTo>
                  <a:pt x="40494" y="668801"/>
                </a:lnTo>
                <a:lnTo>
                  <a:pt x="66301" y="674010"/>
                </a:lnTo>
                <a:lnTo>
                  <a:pt x="607625" y="674010"/>
                </a:lnTo>
                <a:lnTo>
                  <a:pt x="633426" y="668801"/>
                </a:lnTo>
                <a:lnTo>
                  <a:pt x="654498" y="654595"/>
                </a:lnTo>
                <a:lnTo>
                  <a:pt x="668706" y="633520"/>
                </a:lnTo>
                <a:lnTo>
                  <a:pt x="673916" y="607709"/>
                </a:lnTo>
                <a:lnTo>
                  <a:pt x="673916" y="66291"/>
                </a:lnTo>
                <a:lnTo>
                  <a:pt x="668706" y="40489"/>
                </a:lnTo>
                <a:lnTo>
                  <a:pt x="654498" y="19418"/>
                </a:lnTo>
                <a:lnTo>
                  <a:pt x="633426" y="5210"/>
                </a:lnTo>
                <a:lnTo>
                  <a:pt x="607625" y="0"/>
                </a:lnTo>
                <a:close/>
              </a:path>
            </a:pathLst>
          </a:custGeom>
          <a:solidFill>
            <a:srgbClr val="9B10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35">
            <a:extLst>
              <a:ext uri="{FF2B5EF4-FFF2-40B4-BE49-F238E27FC236}">
                <a16:creationId xmlns:a16="http://schemas.microsoft.com/office/drawing/2014/main" id="{9944A990-13A0-3022-6012-80925EBDD3D2}"/>
              </a:ext>
            </a:extLst>
          </p:cNvPr>
          <p:cNvSpPr/>
          <p:nvPr/>
        </p:nvSpPr>
        <p:spPr>
          <a:xfrm>
            <a:off x="12133263" y="4162795"/>
            <a:ext cx="7947025" cy="60325"/>
          </a:xfrm>
          <a:custGeom>
            <a:avLst/>
            <a:gdLst/>
            <a:ahLst/>
            <a:cxnLst/>
            <a:rect l="l" t="t" r="r" b="b"/>
            <a:pathLst>
              <a:path w="7947025" h="60325">
                <a:moveTo>
                  <a:pt x="7946899" y="0"/>
                </a:moveTo>
                <a:lnTo>
                  <a:pt x="0" y="0"/>
                </a:lnTo>
                <a:lnTo>
                  <a:pt x="0" y="59736"/>
                </a:lnTo>
                <a:lnTo>
                  <a:pt x="7946899" y="59736"/>
                </a:lnTo>
                <a:lnTo>
                  <a:pt x="7946899" y="0"/>
                </a:lnTo>
                <a:close/>
              </a:path>
            </a:pathLst>
          </a:custGeom>
          <a:solidFill>
            <a:srgbClr val="E5E5E5">
              <a:alpha val="2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6">
            <a:extLst>
              <a:ext uri="{FF2B5EF4-FFF2-40B4-BE49-F238E27FC236}">
                <a16:creationId xmlns:a16="http://schemas.microsoft.com/office/drawing/2014/main" id="{48583BBA-2A6D-3AFD-6629-5B31B4F301DB}"/>
              </a:ext>
            </a:extLst>
          </p:cNvPr>
          <p:cNvSpPr/>
          <p:nvPr/>
        </p:nvSpPr>
        <p:spPr>
          <a:xfrm>
            <a:off x="12157200" y="5964866"/>
            <a:ext cx="7947025" cy="60325"/>
          </a:xfrm>
          <a:custGeom>
            <a:avLst/>
            <a:gdLst/>
            <a:ahLst/>
            <a:cxnLst/>
            <a:rect l="l" t="t" r="r" b="b"/>
            <a:pathLst>
              <a:path w="7947025" h="60325">
                <a:moveTo>
                  <a:pt x="7946899" y="0"/>
                </a:moveTo>
                <a:lnTo>
                  <a:pt x="0" y="0"/>
                </a:lnTo>
                <a:lnTo>
                  <a:pt x="0" y="59736"/>
                </a:lnTo>
                <a:lnTo>
                  <a:pt x="7946899" y="59736"/>
                </a:lnTo>
                <a:lnTo>
                  <a:pt x="7946899" y="0"/>
                </a:lnTo>
                <a:close/>
              </a:path>
            </a:pathLst>
          </a:custGeom>
          <a:solidFill>
            <a:srgbClr val="E5E5E5">
              <a:alpha val="2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38">
            <a:extLst>
              <a:ext uri="{FF2B5EF4-FFF2-40B4-BE49-F238E27FC236}">
                <a16:creationId xmlns:a16="http://schemas.microsoft.com/office/drawing/2014/main" id="{BFC9C566-137A-4A6F-97CC-A132EEC4AB1A}"/>
              </a:ext>
            </a:extLst>
          </p:cNvPr>
          <p:cNvSpPr/>
          <p:nvPr/>
        </p:nvSpPr>
        <p:spPr>
          <a:xfrm>
            <a:off x="12133263" y="9200626"/>
            <a:ext cx="7947025" cy="60325"/>
          </a:xfrm>
          <a:custGeom>
            <a:avLst/>
            <a:gdLst/>
            <a:ahLst/>
            <a:cxnLst/>
            <a:rect l="l" t="t" r="r" b="b"/>
            <a:pathLst>
              <a:path w="7947025" h="60325">
                <a:moveTo>
                  <a:pt x="7946899" y="0"/>
                </a:moveTo>
                <a:lnTo>
                  <a:pt x="0" y="0"/>
                </a:lnTo>
                <a:lnTo>
                  <a:pt x="0" y="59736"/>
                </a:lnTo>
                <a:lnTo>
                  <a:pt x="7946899" y="59736"/>
                </a:lnTo>
                <a:lnTo>
                  <a:pt x="7946899" y="0"/>
                </a:lnTo>
                <a:close/>
              </a:path>
            </a:pathLst>
          </a:custGeom>
          <a:solidFill>
            <a:srgbClr val="E5E5E5">
              <a:alpha val="2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39">
            <a:extLst>
              <a:ext uri="{FF2B5EF4-FFF2-40B4-BE49-F238E27FC236}">
                <a16:creationId xmlns:a16="http://schemas.microsoft.com/office/drawing/2014/main" id="{05A73F01-06C3-85B0-58A1-8B3819ED1F7D}"/>
              </a:ext>
            </a:extLst>
          </p:cNvPr>
          <p:cNvSpPr txBox="1"/>
          <p:nvPr/>
        </p:nvSpPr>
        <p:spPr>
          <a:xfrm>
            <a:off x="2826486" y="2552967"/>
            <a:ext cx="8735695" cy="201272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723900" algn="l"/>
              </a:tabLst>
            </a:pPr>
            <a:r>
              <a:rPr sz="265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2	</a:t>
            </a:r>
            <a:r>
              <a:rPr sz="2650" b="1" dirty="0">
                <a:solidFill>
                  <a:srgbClr val="9B1006"/>
                </a:solidFill>
                <a:latin typeface="Poppins" pitchFamily="2" charset="77"/>
                <a:cs typeface="Poppins" pitchFamily="2" charset="77"/>
              </a:rPr>
              <a:t>ELABORAÇÃO DO MATERIAL DE CONTRATAÇÃO:</a:t>
            </a:r>
            <a:endParaRPr sz="2650" dirty="0">
              <a:latin typeface="Poppins" pitchFamily="2" charset="77"/>
              <a:cs typeface="Poppins" pitchFamily="2" charset="77"/>
            </a:endParaRPr>
          </a:p>
          <a:p>
            <a:pPr>
              <a:lnSpc>
                <a:spcPct val="100000"/>
              </a:lnSpc>
            </a:pPr>
            <a:endParaRPr sz="3700" dirty="0">
              <a:latin typeface="Arial"/>
              <a:cs typeface="Arial"/>
            </a:endParaRPr>
          </a:p>
          <a:p>
            <a:pPr marL="255270">
              <a:lnSpc>
                <a:spcPct val="100000"/>
              </a:lnSpc>
              <a:spcBef>
                <a:spcPts val="2190"/>
              </a:spcBef>
            </a:pPr>
            <a:r>
              <a:rPr sz="2650" b="1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Quem:</a:t>
            </a:r>
            <a:endParaRPr sz="2650" dirty="0">
              <a:latin typeface="Poppins" pitchFamily="2" charset="77"/>
              <a:cs typeface="Poppins" pitchFamily="2" charset="77"/>
            </a:endParaRPr>
          </a:p>
          <a:p>
            <a:pPr marL="318135">
              <a:lnSpc>
                <a:spcPct val="100000"/>
              </a:lnSpc>
              <a:spcBef>
                <a:spcPts val="320"/>
              </a:spcBef>
            </a:pPr>
            <a:r>
              <a:rPr sz="190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Engenheiro Stecla</a:t>
            </a:r>
            <a:endParaRPr sz="19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6" name="object 11">
            <a:extLst>
              <a:ext uri="{FF2B5EF4-FFF2-40B4-BE49-F238E27FC236}">
                <a16:creationId xmlns:a16="http://schemas.microsoft.com/office/drawing/2014/main" id="{FF7E12F2-E41B-0AFD-E8C0-1CE8860CCE7A}"/>
              </a:ext>
            </a:extLst>
          </p:cNvPr>
          <p:cNvSpPr txBox="1">
            <a:spLocks/>
          </p:cNvSpPr>
          <p:nvPr/>
        </p:nvSpPr>
        <p:spPr>
          <a:xfrm>
            <a:off x="2535293" y="1356788"/>
            <a:ext cx="7745357" cy="60465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3850" b="1" i="0">
                <a:solidFill>
                  <a:srgbClr val="565555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pt-BR" kern="0" spc="135" dirty="0">
                <a:latin typeface="Poppins" pitchFamily="2" charset="77"/>
                <a:cs typeface="Poppins" pitchFamily="2" charset="77"/>
              </a:rPr>
              <a:t>Processo</a:t>
            </a:r>
            <a:r>
              <a:rPr lang="pt-BR" kern="0" spc="-240" dirty="0">
                <a:latin typeface="Poppins" pitchFamily="2" charset="77"/>
                <a:cs typeface="Poppins" pitchFamily="2" charset="77"/>
              </a:rPr>
              <a:t> </a:t>
            </a:r>
            <a:r>
              <a:rPr lang="pt-BR" kern="0" spc="315" dirty="0">
                <a:latin typeface="Poppins" pitchFamily="2" charset="77"/>
                <a:cs typeface="Poppins" pitchFamily="2" charset="77"/>
              </a:rPr>
              <a:t>de</a:t>
            </a:r>
            <a:r>
              <a:rPr lang="pt-BR" kern="0" spc="-240" dirty="0">
                <a:latin typeface="Poppins" pitchFamily="2" charset="77"/>
                <a:cs typeface="Poppins" pitchFamily="2" charset="77"/>
              </a:rPr>
              <a:t> </a:t>
            </a:r>
            <a:r>
              <a:rPr lang="pt-BR" kern="0" spc="325" dirty="0">
                <a:latin typeface="Poppins" pitchFamily="2" charset="77"/>
                <a:cs typeface="Poppins" pitchFamily="2" charset="77"/>
              </a:rPr>
              <a:t>Contratação</a:t>
            </a:r>
          </a:p>
        </p:txBody>
      </p:sp>
      <p:sp>
        <p:nvSpPr>
          <p:cNvPr id="17" name="object 18">
            <a:extLst>
              <a:ext uri="{FF2B5EF4-FFF2-40B4-BE49-F238E27FC236}">
                <a16:creationId xmlns:a16="http://schemas.microsoft.com/office/drawing/2014/main" id="{44EFF5D0-3825-D825-ED2A-651628C22BC2}"/>
              </a:ext>
            </a:extLst>
          </p:cNvPr>
          <p:cNvSpPr txBox="1"/>
          <p:nvPr/>
        </p:nvSpPr>
        <p:spPr>
          <a:xfrm>
            <a:off x="2561910" y="1018068"/>
            <a:ext cx="1078865" cy="4006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50" b="1" spc="-1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POP</a:t>
            </a:r>
            <a:r>
              <a:rPr sz="2450" b="1" spc="-14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450" b="1" spc="-6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01</a:t>
            </a:r>
            <a:endParaRPr sz="245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BBFA687-7815-FDBF-3790-78736D5E529B}"/>
              </a:ext>
            </a:extLst>
          </p:cNvPr>
          <p:cNvSpPr txBox="1"/>
          <p:nvPr/>
        </p:nvSpPr>
        <p:spPr>
          <a:xfrm>
            <a:off x="2965450" y="7038092"/>
            <a:ext cx="8330368" cy="1193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pt-BR" sz="2650" b="1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Como:</a:t>
            </a:r>
            <a:endParaRPr lang="pt-BR" sz="2650" dirty="0">
              <a:latin typeface="Poppins" pitchFamily="2" charset="77"/>
              <a:cs typeface="Poppins" pitchFamily="2" charset="77"/>
            </a:endParaRPr>
          </a:p>
          <a:p>
            <a:pPr marL="75565" marR="656590" indent="-63500">
              <a:lnSpc>
                <a:spcPts val="2750"/>
              </a:lnSpc>
              <a:spcBef>
                <a:spcPts val="20"/>
              </a:spcBef>
            </a:pPr>
            <a:r>
              <a:rPr lang="pt-BR" sz="180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elaboração do material – Memorial Descritivos e anexos +  Planilha de Serviços e Materiais</a:t>
            </a:r>
            <a:endParaRPr lang="pt-BR" sz="18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1F0720E-7C86-6B32-6D04-AC5C47E3D15E}"/>
              </a:ext>
            </a:extLst>
          </p:cNvPr>
          <p:cNvSpPr txBox="1"/>
          <p:nvPr/>
        </p:nvSpPr>
        <p:spPr>
          <a:xfrm>
            <a:off x="2965450" y="8810863"/>
            <a:ext cx="8879358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80"/>
              </a:spcBef>
            </a:pPr>
            <a:r>
              <a:rPr lang="pt-BR" sz="2650" b="1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Forma de formalização:</a:t>
            </a:r>
            <a:endParaRPr lang="pt-BR" sz="2650" dirty="0">
              <a:latin typeface="Poppins" pitchFamily="2" charset="77"/>
              <a:cs typeface="Poppins" pitchFamily="2" charset="77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lang="pt-BR" sz="265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a</a:t>
            </a:r>
            <a:r>
              <a:rPr lang="pt-BR" sz="180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tas de reunião + documentação gerada</a:t>
            </a:r>
            <a:endParaRPr lang="pt-BR" sz="1800" dirty="0">
              <a:latin typeface="Poppins" pitchFamily="2" charset="77"/>
              <a:cs typeface="Poppins" pitchFamily="2" charset="77"/>
            </a:endParaRPr>
          </a:p>
          <a:p>
            <a:endParaRPr lang="pt-BR" dirty="0"/>
          </a:p>
        </p:txBody>
      </p:sp>
      <p:sp>
        <p:nvSpPr>
          <p:cNvPr id="20" name="object 36">
            <a:extLst>
              <a:ext uri="{FF2B5EF4-FFF2-40B4-BE49-F238E27FC236}">
                <a16:creationId xmlns:a16="http://schemas.microsoft.com/office/drawing/2014/main" id="{F1FF9C0F-038B-47BF-9AC3-C879283D7969}"/>
              </a:ext>
            </a:extLst>
          </p:cNvPr>
          <p:cNvSpPr/>
          <p:nvPr/>
        </p:nvSpPr>
        <p:spPr>
          <a:xfrm>
            <a:off x="12309600" y="7575550"/>
            <a:ext cx="7947025" cy="60325"/>
          </a:xfrm>
          <a:custGeom>
            <a:avLst/>
            <a:gdLst/>
            <a:ahLst/>
            <a:cxnLst/>
            <a:rect l="l" t="t" r="r" b="b"/>
            <a:pathLst>
              <a:path w="7947025" h="60325">
                <a:moveTo>
                  <a:pt x="7946899" y="0"/>
                </a:moveTo>
                <a:lnTo>
                  <a:pt x="0" y="0"/>
                </a:lnTo>
                <a:lnTo>
                  <a:pt x="0" y="59736"/>
                </a:lnTo>
                <a:lnTo>
                  <a:pt x="7946899" y="59736"/>
                </a:lnTo>
                <a:lnTo>
                  <a:pt x="7946899" y="0"/>
                </a:lnTo>
                <a:close/>
              </a:path>
            </a:pathLst>
          </a:custGeom>
          <a:solidFill>
            <a:srgbClr val="E5E5E5">
              <a:alpha val="2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6520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9">
            <a:extLst>
              <a:ext uri="{FF2B5EF4-FFF2-40B4-BE49-F238E27FC236}">
                <a16:creationId xmlns:a16="http://schemas.microsoft.com/office/drawing/2014/main" id="{59688723-3E8C-5709-6291-A618BA559625}"/>
              </a:ext>
            </a:extLst>
          </p:cNvPr>
          <p:cNvSpPr/>
          <p:nvPr/>
        </p:nvSpPr>
        <p:spPr>
          <a:xfrm>
            <a:off x="2534920" y="3465866"/>
            <a:ext cx="9879330" cy="2674768"/>
          </a:xfrm>
          <a:custGeom>
            <a:avLst/>
            <a:gdLst/>
            <a:ahLst/>
            <a:cxnLst/>
            <a:rect l="l" t="t" r="r" b="b"/>
            <a:pathLst>
              <a:path w="9879330" h="1452879">
                <a:moveTo>
                  <a:pt x="9485952" y="0"/>
                </a:moveTo>
                <a:lnTo>
                  <a:pt x="393150" y="0"/>
                </a:lnTo>
                <a:lnTo>
                  <a:pt x="344010" y="3077"/>
                </a:lnTo>
                <a:lnTo>
                  <a:pt x="296642" y="12061"/>
                </a:lnTo>
                <a:lnTo>
                  <a:pt x="251422" y="26573"/>
                </a:lnTo>
                <a:lnTo>
                  <a:pt x="208725" y="46240"/>
                </a:lnTo>
                <a:lnTo>
                  <a:pt x="168926" y="70684"/>
                </a:lnTo>
                <a:lnTo>
                  <a:pt x="132403" y="99530"/>
                </a:lnTo>
                <a:lnTo>
                  <a:pt x="99530" y="132403"/>
                </a:lnTo>
                <a:lnTo>
                  <a:pt x="70684" y="168926"/>
                </a:lnTo>
                <a:lnTo>
                  <a:pt x="46240" y="208725"/>
                </a:lnTo>
                <a:lnTo>
                  <a:pt x="26573" y="251422"/>
                </a:lnTo>
                <a:lnTo>
                  <a:pt x="12061" y="296642"/>
                </a:lnTo>
                <a:lnTo>
                  <a:pt x="3077" y="344010"/>
                </a:lnTo>
                <a:lnTo>
                  <a:pt x="0" y="393150"/>
                </a:lnTo>
                <a:lnTo>
                  <a:pt x="0" y="1059130"/>
                </a:lnTo>
                <a:lnTo>
                  <a:pt x="3077" y="1108269"/>
                </a:lnTo>
                <a:lnTo>
                  <a:pt x="12061" y="1155637"/>
                </a:lnTo>
                <a:lnTo>
                  <a:pt x="26573" y="1200858"/>
                </a:lnTo>
                <a:lnTo>
                  <a:pt x="46240" y="1243555"/>
                </a:lnTo>
                <a:lnTo>
                  <a:pt x="70684" y="1283353"/>
                </a:lnTo>
                <a:lnTo>
                  <a:pt x="99530" y="1319876"/>
                </a:lnTo>
                <a:lnTo>
                  <a:pt x="132403" y="1352749"/>
                </a:lnTo>
                <a:lnTo>
                  <a:pt x="168926" y="1381596"/>
                </a:lnTo>
                <a:lnTo>
                  <a:pt x="208725" y="1406040"/>
                </a:lnTo>
                <a:lnTo>
                  <a:pt x="251422" y="1425706"/>
                </a:lnTo>
                <a:lnTo>
                  <a:pt x="296642" y="1440219"/>
                </a:lnTo>
                <a:lnTo>
                  <a:pt x="344010" y="1449202"/>
                </a:lnTo>
                <a:lnTo>
                  <a:pt x="393150" y="1452280"/>
                </a:lnTo>
                <a:lnTo>
                  <a:pt x="9485952" y="1452280"/>
                </a:lnTo>
                <a:lnTo>
                  <a:pt x="9535091" y="1449202"/>
                </a:lnTo>
                <a:lnTo>
                  <a:pt x="9582459" y="1440219"/>
                </a:lnTo>
                <a:lnTo>
                  <a:pt x="9627680" y="1425706"/>
                </a:lnTo>
                <a:lnTo>
                  <a:pt x="9670377" y="1406040"/>
                </a:lnTo>
                <a:lnTo>
                  <a:pt x="9710175" y="1381596"/>
                </a:lnTo>
                <a:lnTo>
                  <a:pt x="9746698" y="1352749"/>
                </a:lnTo>
                <a:lnTo>
                  <a:pt x="9779571" y="1319876"/>
                </a:lnTo>
                <a:lnTo>
                  <a:pt x="9808418" y="1283353"/>
                </a:lnTo>
                <a:lnTo>
                  <a:pt x="9832862" y="1243555"/>
                </a:lnTo>
                <a:lnTo>
                  <a:pt x="9852528" y="1200858"/>
                </a:lnTo>
                <a:lnTo>
                  <a:pt x="9867041" y="1155637"/>
                </a:lnTo>
                <a:lnTo>
                  <a:pt x="9876024" y="1108269"/>
                </a:lnTo>
                <a:lnTo>
                  <a:pt x="9879102" y="1059130"/>
                </a:lnTo>
                <a:lnTo>
                  <a:pt x="9879102" y="393150"/>
                </a:lnTo>
                <a:lnTo>
                  <a:pt x="9876024" y="344010"/>
                </a:lnTo>
                <a:lnTo>
                  <a:pt x="9867041" y="296642"/>
                </a:lnTo>
                <a:lnTo>
                  <a:pt x="9852528" y="251422"/>
                </a:lnTo>
                <a:lnTo>
                  <a:pt x="9832862" y="208725"/>
                </a:lnTo>
                <a:lnTo>
                  <a:pt x="9808418" y="168926"/>
                </a:lnTo>
                <a:lnTo>
                  <a:pt x="9779571" y="132403"/>
                </a:lnTo>
                <a:lnTo>
                  <a:pt x="9746698" y="99530"/>
                </a:lnTo>
                <a:lnTo>
                  <a:pt x="9710175" y="70684"/>
                </a:lnTo>
                <a:lnTo>
                  <a:pt x="9670377" y="46240"/>
                </a:lnTo>
                <a:lnTo>
                  <a:pt x="9627680" y="26573"/>
                </a:lnTo>
                <a:lnTo>
                  <a:pt x="9582459" y="12061"/>
                </a:lnTo>
                <a:lnTo>
                  <a:pt x="9535091" y="3077"/>
                </a:lnTo>
                <a:lnTo>
                  <a:pt x="9485952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D97542C6-E7EC-C151-E160-2DE385414947}"/>
              </a:ext>
            </a:extLst>
          </p:cNvPr>
          <p:cNvSpPr/>
          <p:nvPr/>
        </p:nvSpPr>
        <p:spPr>
          <a:xfrm>
            <a:off x="16591" y="1047088"/>
            <a:ext cx="1711325" cy="9225280"/>
          </a:xfrm>
          <a:custGeom>
            <a:avLst/>
            <a:gdLst/>
            <a:ahLst/>
            <a:cxnLst/>
            <a:rect l="l" t="t" r="r" b="b"/>
            <a:pathLst>
              <a:path w="1711325" h="9225280">
                <a:moveTo>
                  <a:pt x="1170938" y="0"/>
                </a:moveTo>
                <a:lnTo>
                  <a:pt x="0" y="0"/>
                </a:lnTo>
                <a:lnTo>
                  <a:pt x="0" y="9224850"/>
                </a:lnTo>
                <a:lnTo>
                  <a:pt x="1170938" y="9224850"/>
                </a:lnTo>
                <a:lnTo>
                  <a:pt x="1217545" y="9222842"/>
                </a:lnTo>
                <a:lnTo>
                  <a:pt x="1263052" y="9216929"/>
                </a:lnTo>
                <a:lnTo>
                  <a:pt x="1307296" y="9207274"/>
                </a:lnTo>
                <a:lnTo>
                  <a:pt x="1350115" y="9194042"/>
                </a:lnTo>
                <a:lnTo>
                  <a:pt x="1391346" y="9177396"/>
                </a:lnTo>
                <a:lnTo>
                  <a:pt x="1430828" y="9157502"/>
                </a:lnTo>
                <a:lnTo>
                  <a:pt x="1468398" y="9134523"/>
                </a:lnTo>
                <a:lnTo>
                  <a:pt x="1503894" y="9108623"/>
                </a:lnTo>
                <a:lnTo>
                  <a:pt x="1537155" y="9079967"/>
                </a:lnTo>
                <a:lnTo>
                  <a:pt x="1568017" y="9048719"/>
                </a:lnTo>
                <a:lnTo>
                  <a:pt x="1596319" y="9015042"/>
                </a:lnTo>
                <a:lnTo>
                  <a:pt x="1621899" y="8979102"/>
                </a:lnTo>
                <a:lnTo>
                  <a:pt x="1644594" y="8941062"/>
                </a:lnTo>
                <a:lnTo>
                  <a:pt x="1664243" y="8901087"/>
                </a:lnTo>
                <a:lnTo>
                  <a:pt x="1680683" y="8859340"/>
                </a:lnTo>
                <a:lnTo>
                  <a:pt x="1693751" y="8815986"/>
                </a:lnTo>
                <a:lnTo>
                  <a:pt x="1703287" y="8771189"/>
                </a:lnTo>
                <a:lnTo>
                  <a:pt x="1709127" y="8725114"/>
                </a:lnTo>
                <a:lnTo>
                  <a:pt x="1711110" y="8677924"/>
                </a:lnTo>
                <a:lnTo>
                  <a:pt x="1711110" y="546925"/>
                </a:lnTo>
                <a:lnTo>
                  <a:pt x="1709127" y="499735"/>
                </a:lnTo>
                <a:lnTo>
                  <a:pt x="1703287" y="453660"/>
                </a:lnTo>
                <a:lnTo>
                  <a:pt x="1693751" y="408863"/>
                </a:lnTo>
                <a:lnTo>
                  <a:pt x="1680683" y="365509"/>
                </a:lnTo>
                <a:lnTo>
                  <a:pt x="1664243" y="323762"/>
                </a:lnTo>
                <a:lnTo>
                  <a:pt x="1644594" y="283787"/>
                </a:lnTo>
                <a:lnTo>
                  <a:pt x="1621899" y="245747"/>
                </a:lnTo>
                <a:lnTo>
                  <a:pt x="1596319" y="209807"/>
                </a:lnTo>
                <a:lnTo>
                  <a:pt x="1568017" y="176130"/>
                </a:lnTo>
                <a:lnTo>
                  <a:pt x="1537155" y="144882"/>
                </a:lnTo>
                <a:lnTo>
                  <a:pt x="1503894" y="116226"/>
                </a:lnTo>
                <a:lnTo>
                  <a:pt x="1468398" y="90326"/>
                </a:lnTo>
                <a:lnTo>
                  <a:pt x="1430828" y="67347"/>
                </a:lnTo>
                <a:lnTo>
                  <a:pt x="1391346" y="47453"/>
                </a:lnTo>
                <a:lnTo>
                  <a:pt x="1350115" y="30807"/>
                </a:lnTo>
                <a:lnTo>
                  <a:pt x="1307296" y="17575"/>
                </a:lnTo>
                <a:lnTo>
                  <a:pt x="1263052" y="7920"/>
                </a:lnTo>
                <a:lnTo>
                  <a:pt x="1217545" y="2007"/>
                </a:lnTo>
                <a:lnTo>
                  <a:pt x="1170938" y="0"/>
                </a:lnTo>
                <a:close/>
              </a:path>
            </a:pathLst>
          </a:custGeom>
          <a:solidFill>
            <a:srgbClr val="9B10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13">
            <a:extLst>
              <a:ext uri="{FF2B5EF4-FFF2-40B4-BE49-F238E27FC236}">
                <a16:creationId xmlns:a16="http://schemas.microsoft.com/office/drawing/2014/main" id="{E4784030-4164-BB6A-DE32-C55AD88B09B9}"/>
              </a:ext>
            </a:extLst>
          </p:cNvPr>
          <p:cNvSpPr/>
          <p:nvPr/>
        </p:nvSpPr>
        <p:spPr>
          <a:xfrm>
            <a:off x="2534920" y="6545431"/>
            <a:ext cx="9879330" cy="2614444"/>
          </a:xfrm>
          <a:custGeom>
            <a:avLst/>
            <a:gdLst/>
            <a:ahLst/>
            <a:cxnLst/>
            <a:rect l="l" t="t" r="r" b="b"/>
            <a:pathLst>
              <a:path w="9879330" h="1452879">
                <a:moveTo>
                  <a:pt x="9485952" y="0"/>
                </a:moveTo>
                <a:lnTo>
                  <a:pt x="393150" y="0"/>
                </a:lnTo>
                <a:lnTo>
                  <a:pt x="344010" y="3077"/>
                </a:lnTo>
                <a:lnTo>
                  <a:pt x="296642" y="12061"/>
                </a:lnTo>
                <a:lnTo>
                  <a:pt x="251422" y="26573"/>
                </a:lnTo>
                <a:lnTo>
                  <a:pt x="208725" y="46240"/>
                </a:lnTo>
                <a:lnTo>
                  <a:pt x="168926" y="70684"/>
                </a:lnTo>
                <a:lnTo>
                  <a:pt x="132403" y="99530"/>
                </a:lnTo>
                <a:lnTo>
                  <a:pt x="99530" y="132403"/>
                </a:lnTo>
                <a:lnTo>
                  <a:pt x="70684" y="168926"/>
                </a:lnTo>
                <a:lnTo>
                  <a:pt x="46240" y="208725"/>
                </a:lnTo>
                <a:lnTo>
                  <a:pt x="26573" y="251422"/>
                </a:lnTo>
                <a:lnTo>
                  <a:pt x="12061" y="296642"/>
                </a:lnTo>
                <a:lnTo>
                  <a:pt x="3077" y="344010"/>
                </a:lnTo>
                <a:lnTo>
                  <a:pt x="0" y="393150"/>
                </a:lnTo>
                <a:lnTo>
                  <a:pt x="0" y="1059130"/>
                </a:lnTo>
                <a:lnTo>
                  <a:pt x="3077" y="1108269"/>
                </a:lnTo>
                <a:lnTo>
                  <a:pt x="12061" y="1155637"/>
                </a:lnTo>
                <a:lnTo>
                  <a:pt x="26573" y="1200858"/>
                </a:lnTo>
                <a:lnTo>
                  <a:pt x="46240" y="1243555"/>
                </a:lnTo>
                <a:lnTo>
                  <a:pt x="70684" y="1283353"/>
                </a:lnTo>
                <a:lnTo>
                  <a:pt x="99530" y="1319876"/>
                </a:lnTo>
                <a:lnTo>
                  <a:pt x="132403" y="1352749"/>
                </a:lnTo>
                <a:lnTo>
                  <a:pt x="168926" y="1381596"/>
                </a:lnTo>
                <a:lnTo>
                  <a:pt x="208725" y="1406040"/>
                </a:lnTo>
                <a:lnTo>
                  <a:pt x="251422" y="1425706"/>
                </a:lnTo>
                <a:lnTo>
                  <a:pt x="296642" y="1440219"/>
                </a:lnTo>
                <a:lnTo>
                  <a:pt x="344010" y="1449202"/>
                </a:lnTo>
                <a:lnTo>
                  <a:pt x="393150" y="1452280"/>
                </a:lnTo>
                <a:lnTo>
                  <a:pt x="9485952" y="1452280"/>
                </a:lnTo>
                <a:lnTo>
                  <a:pt x="9535091" y="1449202"/>
                </a:lnTo>
                <a:lnTo>
                  <a:pt x="9582459" y="1440219"/>
                </a:lnTo>
                <a:lnTo>
                  <a:pt x="9627680" y="1425706"/>
                </a:lnTo>
                <a:lnTo>
                  <a:pt x="9670377" y="1406040"/>
                </a:lnTo>
                <a:lnTo>
                  <a:pt x="9710175" y="1381596"/>
                </a:lnTo>
                <a:lnTo>
                  <a:pt x="9746698" y="1352749"/>
                </a:lnTo>
                <a:lnTo>
                  <a:pt x="9779571" y="1319876"/>
                </a:lnTo>
                <a:lnTo>
                  <a:pt x="9808418" y="1283353"/>
                </a:lnTo>
                <a:lnTo>
                  <a:pt x="9832862" y="1243555"/>
                </a:lnTo>
                <a:lnTo>
                  <a:pt x="9852528" y="1200858"/>
                </a:lnTo>
                <a:lnTo>
                  <a:pt x="9867041" y="1155637"/>
                </a:lnTo>
                <a:lnTo>
                  <a:pt x="9876024" y="1108269"/>
                </a:lnTo>
                <a:lnTo>
                  <a:pt x="9879102" y="1059130"/>
                </a:lnTo>
                <a:lnTo>
                  <a:pt x="9879102" y="393150"/>
                </a:lnTo>
                <a:lnTo>
                  <a:pt x="9876024" y="344010"/>
                </a:lnTo>
                <a:lnTo>
                  <a:pt x="9867041" y="296642"/>
                </a:lnTo>
                <a:lnTo>
                  <a:pt x="9852528" y="251422"/>
                </a:lnTo>
                <a:lnTo>
                  <a:pt x="9832862" y="208725"/>
                </a:lnTo>
                <a:lnTo>
                  <a:pt x="9808418" y="168926"/>
                </a:lnTo>
                <a:lnTo>
                  <a:pt x="9779571" y="132403"/>
                </a:lnTo>
                <a:lnTo>
                  <a:pt x="9746698" y="99530"/>
                </a:lnTo>
                <a:lnTo>
                  <a:pt x="9710175" y="70684"/>
                </a:lnTo>
                <a:lnTo>
                  <a:pt x="9670377" y="46240"/>
                </a:lnTo>
                <a:lnTo>
                  <a:pt x="9627680" y="26573"/>
                </a:lnTo>
                <a:lnTo>
                  <a:pt x="9582459" y="12061"/>
                </a:lnTo>
                <a:lnTo>
                  <a:pt x="9535091" y="3077"/>
                </a:lnTo>
                <a:lnTo>
                  <a:pt x="9485952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 lang="pt-BR" dirty="0">
              <a:solidFill>
                <a:srgbClr val="56555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0" name="object 16">
            <a:extLst>
              <a:ext uri="{FF2B5EF4-FFF2-40B4-BE49-F238E27FC236}">
                <a16:creationId xmlns:a16="http://schemas.microsoft.com/office/drawing/2014/main" id="{258C7A82-8095-6A69-45D0-CCB5331DA039}"/>
              </a:ext>
            </a:extLst>
          </p:cNvPr>
          <p:cNvSpPr/>
          <p:nvPr/>
        </p:nvSpPr>
        <p:spPr>
          <a:xfrm>
            <a:off x="2603472" y="2451757"/>
            <a:ext cx="674370" cy="674370"/>
          </a:xfrm>
          <a:custGeom>
            <a:avLst/>
            <a:gdLst/>
            <a:ahLst/>
            <a:cxnLst/>
            <a:rect l="l" t="t" r="r" b="b"/>
            <a:pathLst>
              <a:path w="674370" h="674369">
                <a:moveTo>
                  <a:pt x="607625" y="0"/>
                </a:moveTo>
                <a:lnTo>
                  <a:pt x="66301" y="0"/>
                </a:lnTo>
                <a:lnTo>
                  <a:pt x="40494" y="5210"/>
                </a:lnTo>
                <a:lnTo>
                  <a:pt x="19419" y="19418"/>
                </a:lnTo>
                <a:lnTo>
                  <a:pt x="5210" y="40489"/>
                </a:lnTo>
                <a:lnTo>
                  <a:pt x="0" y="66291"/>
                </a:lnTo>
                <a:lnTo>
                  <a:pt x="0" y="607709"/>
                </a:lnTo>
                <a:lnTo>
                  <a:pt x="5210" y="633520"/>
                </a:lnTo>
                <a:lnTo>
                  <a:pt x="19419" y="654595"/>
                </a:lnTo>
                <a:lnTo>
                  <a:pt x="40494" y="668801"/>
                </a:lnTo>
                <a:lnTo>
                  <a:pt x="66301" y="674010"/>
                </a:lnTo>
                <a:lnTo>
                  <a:pt x="607625" y="674010"/>
                </a:lnTo>
                <a:lnTo>
                  <a:pt x="633426" y="668801"/>
                </a:lnTo>
                <a:lnTo>
                  <a:pt x="654498" y="654595"/>
                </a:lnTo>
                <a:lnTo>
                  <a:pt x="668706" y="633520"/>
                </a:lnTo>
                <a:lnTo>
                  <a:pt x="673916" y="607709"/>
                </a:lnTo>
                <a:lnTo>
                  <a:pt x="673916" y="66291"/>
                </a:lnTo>
                <a:lnTo>
                  <a:pt x="668706" y="40489"/>
                </a:lnTo>
                <a:lnTo>
                  <a:pt x="654498" y="19418"/>
                </a:lnTo>
                <a:lnTo>
                  <a:pt x="633426" y="5210"/>
                </a:lnTo>
                <a:lnTo>
                  <a:pt x="607625" y="0"/>
                </a:lnTo>
                <a:close/>
              </a:path>
            </a:pathLst>
          </a:custGeom>
          <a:solidFill>
            <a:srgbClr val="9B10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35">
            <a:extLst>
              <a:ext uri="{FF2B5EF4-FFF2-40B4-BE49-F238E27FC236}">
                <a16:creationId xmlns:a16="http://schemas.microsoft.com/office/drawing/2014/main" id="{9944A990-13A0-3022-6012-80925EBDD3D2}"/>
              </a:ext>
            </a:extLst>
          </p:cNvPr>
          <p:cNvSpPr/>
          <p:nvPr/>
        </p:nvSpPr>
        <p:spPr>
          <a:xfrm>
            <a:off x="12163425" y="4679950"/>
            <a:ext cx="7947025" cy="60325"/>
          </a:xfrm>
          <a:custGeom>
            <a:avLst/>
            <a:gdLst/>
            <a:ahLst/>
            <a:cxnLst/>
            <a:rect l="l" t="t" r="r" b="b"/>
            <a:pathLst>
              <a:path w="7947025" h="60325">
                <a:moveTo>
                  <a:pt x="7946899" y="0"/>
                </a:moveTo>
                <a:lnTo>
                  <a:pt x="0" y="0"/>
                </a:lnTo>
                <a:lnTo>
                  <a:pt x="0" y="59736"/>
                </a:lnTo>
                <a:lnTo>
                  <a:pt x="7946899" y="59736"/>
                </a:lnTo>
                <a:lnTo>
                  <a:pt x="7946899" y="0"/>
                </a:lnTo>
                <a:close/>
              </a:path>
            </a:pathLst>
          </a:custGeom>
          <a:solidFill>
            <a:srgbClr val="E5E5E5">
              <a:alpha val="2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37">
            <a:extLst>
              <a:ext uri="{FF2B5EF4-FFF2-40B4-BE49-F238E27FC236}">
                <a16:creationId xmlns:a16="http://schemas.microsoft.com/office/drawing/2014/main" id="{857FB23D-94AA-3A97-93C2-AC07DA410FDB}"/>
              </a:ext>
            </a:extLst>
          </p:cNvPr>
          <p:cNvSpPr/>
          <p:nvPr/>
        </p:nvSpPr>
        <p:spPr>
          <a:xfrm>
            <a:off x="12133263" y="7804150"/>
            <a:ext cx="7947025" cy="60325"/>
          </a:xfrm>
          <a:custGeom>
            <a:avLst/>
            <a:gdLst/>
            <a:ahLst/>
            <a:cxnLst/>
            <a:rect l="l" t="t" r="r" b="b"/>
            <a:pathLst>
              <a:path w="7947025" h="60325">
                <a:moveTo>
                  <a:pt x="7946899" y="0"/>
                </a:moveTo>
                <a:lnTo>
                  <a:pt x="0" y="0"/>
                </a:lnTo>
                <a:lnTo>
                  <a:pt x="0" y="59736"/>
                </a:lnTo>
                <a:lnTo>
                  <a:pt x="7946899" y="59736"/>
                </a:lnTo>
                <a:lnTo>
                  <a:pt x="7946899" y="0"/>
                </a:lnTo>
                <a:close/>
              </a:path>
            </a:pathLst>
          </a:custGeom>
          <a:solidFill>
            <a:srgbClr val="E5E5E5">
              <a:alpha val="2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39">
            <a:extLst>
              <a:ext uri="{FF2B5EF4-FFF2-40B4-BE49-F238E27FC236}">
                <a16:creationId xmlns:a16="http://schemas.microsoft.com/office/drawing/2014/main" id="{05A73F01-06C3-85B0-58A1-8B3819ED1F7D}"/>
              </a:ext>
            </a:extLst>
          </p:cNvPr>
          <p:cNvSpPr txBox="1"/>
          <p:nvPr/>
        </p:nvSpPr>
        <p:spPr>
          <a:xfrm>
            <a:off x="2826486" y="2552967"/>
            <a:ext cx="8735695" cy="798807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723900" algn="l"/>
              </a:tabLst>
            </a:pPr>
            <a:r>
              <a:rPr lang="pt-BR" sz="265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3</a:t>
            </a:r>
            <a:r>
              <a:rPr sz="265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	</a:t>
            </a:r>
            <a:r>
              <a:rPr sz="2650" b="1" dirty="0">
                <a:solidFill>
                  <a:srgbClr val="9B1006"/>
                </a:solidFill>
                <a:latin typeface="Poppins" pitchFamily="2" charset="77"/>
                <a:cs typeface="Poppins" pitchFamily="2" charset="77"/>
              </a:rPr>
              <a:t>MATERIAL DE CONTRATAÇÃO:</a:t>
            </a:r>
            <a:endParaRPr sz="2650" dirty="0">
              <a:latin typeface="Poppins" pitchFamily="2" charset="77"/>
              <a:cs typeface="Poppins" pitchFamily="2" charset="77"/>
            </a:endParaRP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16" name="object 11">
            <a:extLst>
              <a:ext uri="{FF2B5EF4-FFF2-40B4-BE49-F238E27FC236}">
                <a16:creationId xmlns:a16="http://schemas.microsoft.com/office/drawing/2014/main" id="{FF7E12F2-E41B-0AFD-E8C0-1CE8860CCE7A}"/>
              </a:ext>
            </a:extLst>
          </p:cNvPr>
          <p:cNvSpPr txBox="1">
            <a:spLocks/>
          </p:cNvSpPr>
          <p:nvPr/>
        </p:nvSpPr>
        <p:spPr>
          <a:xfrm>
            <a:off x="2535293" y="1356788"/>
            <a:ext cx="7745357" cy="60465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3850" b="1" i="0">
                <a:solidFill>
                  <a:srgbClr val="565555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pt-BR" kern="0" spc="135" dirty="0">
                <a:latin typeface="Poppins" pitchFamily="2" charset="77"/>
                <a:cs typeface="Poppins" pitchFamily="2" charset="77"/>
              </a:rPr>
              <a:t>Processo</a:t>
            </a:r>
            <a:r>
              <a:rPr lang="pt-BR" kern="0" spc="-240" dirty="0">
                <a:latin typeface="Poppins" pitchFamily="2" charset="77"/>
                <a:cs typeface="Poppins" pitchFamily="2" charset="77"/>
              </a:rPr>
              <a:t> </a:t>
            </a:r>
            <a:r>
              <a:rPr lang="pt-BR" kern="0" spc="315" dirty="0">
                <a:latin typeface="Poppins" pitchFamily="2" charset="77"/>
                <a:cs typeface="Poppins" pitchFamily="2" charset="77"/>
              </a:rPr>
              <a:t>de</a:t>
            </a:r>
            <a:r>
              <a:rPr lang="pt-BR" kern="0" spc="-240" dirty="0">
                <a:latin typeface="Poppins" pitchFamily="2" charset="77"/>
                <a:cs typeface="Poppins" pitchFamily="2" charset="77"/>
              </a:rPr>
              <a:t> </a:t>
            </a:r>
            <a:r>
              <a:rPr lang="pt-BR" kern="0" spc="325" dirty="0">
                <a:latin typeface="Poppins" pitchFamily="2" charset="77"/>
                <a:cs typeface="Poppins" pitchFamily="2" charset="77"/>
              </a:rPr>
              <a:t>Contratação</a:t>
            </a:r>
          </a:p>
        </p:txBody>
      </p:sp>
      <p:sp>
        <p:nvSpPr>
          <p:cNvPr id="17" name="object 18">
            <a:extLst>
              <a:ext uri="{FF2B5EF4-FFF2-40B4-BE49-F238E27FC236}">
                <a16:creationId xmlns:a16="http://schemas.microsoft.com/office/drawing/2014/main" id="{44EFF5D0-3825-D825-ED2A-651628C22BC2}"/>
              </a:ext>
            </a:extLst>
          </p:cNvPr>
          <p:cNvSpPr txBox="1"/>
          <p:nvPr/>
        </p:nvSpPr>
        <p:spPr>
          <a:xfrm>
            <a:off x="2561910" y="1018068"/>
            <a:ext cx="1078865" cy="4006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50" b="1" spc="-1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POP</a:t>
            </a:r>
            <a:r>
              <a:rPr sz="2450" b="1" spc="-14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450" b="1" spc="-6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01</a:t>
            </a:r>
            <a:endParaRPr sz="245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BBFA687-7815-FDBF-3790-78736D5E529B}"/>
              </a:ext>
            </a:extLst>
          </p:cNvPr>
          <p:cNvSpPr txBox="1"/>
          <p:nvPr/>
        </p:nvSpPr>
        <p:spPr>
          <a:xfrm>
            <a:off x="2965450" y="3852936"/>
            <a:ext cx="8284339" cy="1911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pt-BR" sz="2650" b="1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Memorial Descritivo:</a:t>
            </a:r>
            <a:endParaRPr lang="pt-BR" sz="2650" dirty="0">
              <a:latin typeface="Poppins" pitchFamily="2" charset="77"/>
              <a:cs typeface="Poppins" pitchFamily="2" charset="77"/>
            </a:endParaRPr>
          </a:p>
          <a:p>
            <a:pPr marL="75565" marR="656590" indent="-63500">
              <a:lnSpc>
                <a:spcPts val="2750"/>
              </a:lnSpc>
              <a:spcBef>
                <a:spcPts val="20"/>
              </a:spcBef>
            </a:pPr>
            <a:r>
              <a:rPr lang="pt-BR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documento que formaliza a “regra do jogo”, ou seja, orienta e baseia a elaboração  da proposta das proponentes através das informações e condições para prestação do serviço e fornecimento de materiais</a:t>
            </a:r>
            <a:endParaRPr lang="pt-BR" sz="18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60AF322-E92D-4933-923C-E140EFC5C01D}"/>
              </a:ext>
            </a:extLst>
          </p:cNvPr>
          <p:cNvSpPr/>
          <p:nvPr/>
        </p:nvSpPr>
        <p:spPr>
          <a:xfrm>
            <a:off x="2940657" y="6813310"/>
            <a:ext cx="10052050" cy="22703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2650" b="1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Escopo mínimo que deverá constar no MD:</a:t>
            </a:r>
          </a:p>
          <a:p>
            <a:pPr marL="12065" marR="656590">
              <a:lnSpc>
                <a:spcPts val="2750"/>
              </a:lnSpc>
              <a:spcBef>
                <a:spcPts val="20"/>
              </a:spcBef>
            </a:pPr>
            <a:br>
              <a:rPr lang="pt-BR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</a:br>
            <a:r>
              <a:rPr lang="pt-BR" sz="2400" b="1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Objeto da contratação: </a:t>
            </a:r>
            <a:br>
              <a:rPr lang="pt-BR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</a:br>
            <a:r>
              <a:rPr lang="pt-BR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descrição básica e breve do serviço a ser contratado.</a:t>
            </a:r>
          </a:p>
          <a:p>
            <a:pPr marL="12065" marR="656590">
              <a:lnSpc>
                <a:spcPts val="2750"/>
              </a:lnSpc>
              <a:spcBef>
                <a:spcPts val="20"/>
              </a:spcBef>
            </a:pPr>
            <a:r>
              <a:rPr lang="pt-BR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Lista mestra: lista dos documentos e projetos que serão disponibilizados para tomada de preços.</a:t>
            </a:r>
          </a:p>
        </p:txBody>
      </p:sp>
    </p:spTree>
    <p:extLst>
      <p:ext uri="{BB962C8B-B14F-4D97-AF65-F5344CB8AC3E}">
        <p14:creationId xmlns:p14="http://schemas.microsoft.com/office/powerpoint/2010/main" val="3549427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9">
            <a:extLst>
              <a:ext uri="{FF2B5EF4-FFF2-40B4-BE49-F238E27FC236}">
                <a16:creationId xmlns:a16="http://schemas.microsoft.com/office/drawing/2014/main" id="{59688723-3E8C-5709-6291-A618BA559625}"/>
              </a:ext>
            </a:extLst>
          </p:cNvPr>
          <p:cNvSpPr/>
          <p:nvPr/>
        </p:nvSpPr>
        <p:spPr>
          <a:xfrm>
            <a:off x="2534920" y="3465866"/>
            <a:ext cx="9879330" cy="1724409"/>
          </a:xfrm>
          <a:custGeom>
            <a:avLst/>
            <a:gdLst/>
            <a:ahLst/>
            <a:cxnLst/>
            <a:rect l="l" t="t" r="r" b="b"/>
            <a:pathLst>
              <a:path w="9879330" h="1452879">
                <a:moveTo>
                  <a:pt x="9485952" y="0"/>
                </a:moveTo>
                <a:lnTo>
                  <a:pt x="393150" y="0"/>
                </a:lnTo>
                <a:lnTo>
                  <a:pt x="344010" y="3077"/>
                </a:lnTo>
                <a:lnTo>
                  <a:pt x="296642" y="12061"/>
                </a:lnTo>
                <a:lnTo>
                  <a:pt x="251422" y="26573"/>
                </a:lnTo>
                <a:lnTo>
                  <a:pt x="208725" y="46240"/>
                </a:lnTo>
                <a:lnTo>
                  <a:pt x="168926" y="70684"/>
                </a:lnTo>
                <a:lnTo>
                  <a:pt x="132403" y="99530"/>
                </a:lnTo>
                <a:lnTo>
                  <a:pt x="99530" y="132403"/>
                </a:lnTo>
                <a:lnTo>
                  <a:pt x="70684" y="168926"/>
                </a:lnTo>
                <a:lnTo>
                  <a:pt x="46240" y="208725"/>
                </a:lnTo>
                <a:lnTo>
                  <a:pt x="26573" y="251422"/>
                </a:lnTo>
                <a:lnTo>
                  <a:pt x="12061" y="296642"/>
                </a:lnTo>
                <a:lnTo>
                  <a:pt x="3077" y="344010"/>
                </a:lnTo>
                <a:lnTo>
                  <a:pt x="0" y="393150"/>
                </a:lnTo>
                <a:lnTo>
                  <a:pt x="0" y="1059130"/>
                </a:lnTo>
                <a:lnTo>
                  <a:pt x="3077" y="1108269"/>
                </a:lnTo>
                <a:lnTo>
                  <a:pt x="12061" y="1155637"/>
                </a:lnTo>
                <a:lnTo>
                  <a:pt x="26573" y="1200858"/>
                </a:lnTo>
                <a:lnTo>
                  <a:pt x="46240" y="1243555"/>
                </a:lnTo>
                <a:lnTo>
                  <a:pt x="70684" y="1283353"/>
                </a:lnTo>
                <a:lnTo>
                  <a:pt x="99530" y="1319876"/>
                </a:lnTo>
                <a:lnTo>
                  <a:pt x="132403" y="1352749"/>
                </a:lnTo>
                <a:lnTo>
                  <a:pt x="168926" y="1381596"/>
                </a:lnTo>
                <a:lnTo>
                  <a:pt x="208725" y="1406040"/>
                </a:lnTo>
                <a:lnTo>
                  <a:pt x="251422" y="1425706"/>
                </a:lnTo>
                <a:lnTo>
                  <a:pt x="296642" y="1440219"/>
                </a:lnTo>
                <a:lnTo>
                  <a:pt x="344010" y="1449202"/>
                </a:lnTo>
                <a:lnTo>
                  <a:pt x="393150" y="1452280"/>
                </a:lnTo>
                <a:lnTo>
                  <a:pt x="9485952" y="1452280"/>
                </a:lnTo>
                <a:lnTo>
                  <a:pt x="9535091" y="1449202"/>
                </a:lnTo>
                <a:lnTo>
                  <a:pt x="9582459" y="1440219"/>
                </a:lnTo>
                <a:lnTo>
                  <a:pt x="9627680" y="1425706"/>
                </a:lnTo>
                <a:lnTo>
                  <a:pt x="9670377" y="1406040"/>
                </a:lnTo>
                <a:lnTo>
                  <a:pt x="9710175" y="1381596"/>
                </a:lnTo>
                <a:lnTo>
                  <a:pt x="9746698" y="1352749"/>
                </a:lnTo>
                <a:lnTo>
                  <a:pt x="9779571" y="1319876"/>
                </a:lnTo>
                <a:lnTo>
                  <a:pt x="9808418" y="1283353"/>
                </a:lnTo>
                <a:lnTo>
                  <a:pt x="9832862" y="1243555"/>
                </a:lnTo>
                <a:lnTo>
                  <a:pt x="9852528" y="1200858"/>
                </a:lnTo>
                <a:lnTo>
                  <a:pt x="9867041" y="1155637"/>
                </a:lnTo>
                <a:lnTo>
                  <a:pt x="9876024" y="1108269"/>
                </a:lnTo>
                <a:lnTo>
                  <a:pt x="9879102" y="1059130"/>
                </a:lnTo>
                <a:lnTo>
                  <a:pt x="9879102" y="393150"/>
                </a:lnTo>
                <a:lnTo>
                  <a:pt x="9876024" y="344010"/>
                </a:lnTo>
                <a:lnTo>
                  <a:pt x="9867041" y="296642"/>
                </a:lnTo>
                <a:lnTo>
                  <a:pt x="9852528" y="251422"/>
                </a:lnTo>
                <a:lnTo>
                  <a:pt x="9832862" y="208725"/>
                </a:lnTo>
                <a:lnTo>
                  <a:pt x="9808418" y="168926"/>
                </a:lnTo>
                <a:lnTo>
                  <a:pt x="9779571" y="132403"/>
                </a:lnTo>
                <a:lnTo>
                  <a:pt x="9746698" y="99530"/>
                </a:lnTo>
                <a:lnTo>
                  <a:pt x="9710175" y="70684"/>
                </a:lnTo>
                <a:lnTo>
                  <a:pt x="9670377" y="46240"/>
                </a:lnTo>
                <a:lnTo>
                  <a:pt x="9627680" y="26573"/>
                </a:lnTo>
                <a:lnTo>
                  <a:pt x="9582459" y="12061"/>
                </a:lnTo>
                <a:lnTo>
                  <a:pt x="9535091" y="3077"/>
                </a:lnTo>
                <a:lnTo>
                  <a:pt x="9485952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10">
            <a:extLst>
              <a:ext uri="{FF2B5EF4-FFF2-40B4-BE49-F238E27FC236}">
                <a16:creationId xmlns:a16="http://schemas.microsoft.com/office/drawing/2014/main" id="{D97542C6-E7EC-C151-E160-2DE385414947}"/>
              </a:ext>
            </a:extLst>
          </p:cNvPr>
          <p:cNvSpPr/>
          <p:nvPr/>
        </p:nvSpPr>
        <p:spPr>
          <a:xfrm>
            <a:off x="16591" y="1047088"/>
            <a:ext cx="1711325" cy="9225280"/>
          </a:xfrm>
          <a:custGeom>
            <a:avLst/>
            <a:gdLst/>
            <a:ahLst/>
            <a:cxnLst/>
            <a:rect l="l" t="t" r="r" b="b"/>
            <a:pathLst>
              <a:path w="1711325" h="9225280">
                <a:moveTo>
                  <a:pt x="1170938" y="0"/>
                </a:moveTo>
                <a:lnTo>
                  <a:pt x="0" y="0"/>
                </a:lnTo>
                <a:lnTo>
                  <a:pt x="0" y="9224850"/>
                </a:lnTo>
                <a:lnTo>
                  <a:pt x="1170938" y="9224850"/>
                </a:lnTo>
                <a:lnTo>
                  <a:pt x="1217545" y="9222842"/>
                </a:lnTo>
                <a:lnTo>
                  <a:pt x="1263052" y="9216929"/>
                </a:lnTo>
                <a:lnTo>
                  <a:pt x="1307296" y="9207274"/>
                </a:lnTo>
                <a:lnTo>
                  <a:pt x="1350115" y="9194042"/>
                </a:lnTo>
                <a:lnTo>
                  <a:pt x="1391346" y="9177396"/>
                </a:lnTo>
                <a:lnTo>
                  <a:pt x="1430828" y="9157502"/>
                </a:lnTo>
                <a:lnTo>
                  <a:pt x="1468398" y="9134523"/>
                </a:lnTo>
                <a:lnTo>
                  <a:pt x="1503894" y="9108623"/>
                </a:lnTo>
                <a:lnTo>
                  <a:pt x="1537155" y="9079967"/>
                </a:lnTo>
                <a:lnTo>
                  <a:pt x="1568017" y="9048719"/>
                </a:lnTo>
                <a:lnTo>
                  <a:pt x="1596319" y="9015042"/>
                </a:lnTo>
                <a:lnTo>
                  <a:pt x="1621899" y="8979102"/>
                </a:lnTo>
                <a:lnTo>
                  <a:pt x="1644594" y="8941062"/>
                </a:lnTo>
                <a:lnTo>
                  <a:pt x="1664243" y="8901087"/>
                </a:lnTo>
                <a:lnTo>
                  <a:pt x="1680683" y="8859340"/>
                </a:lnTo>
                <a:lnTo>
                  <a:pt x="1693751" y="8815986"/>
                </a:lnTo>
                <a:lnTo>
                  <a:pt x="1703287" y="8771189"/>
                </a:lnTo>
                <a:lnTo>
                  <a:pt x="1709127" y="8725114"/>
                </a:lnTo>
                <a:lnTo>
                  <a:pt x="1711110" y="8677924"/>
                </a:lnTo>
                <a:lnTo>
                  <a:pt x="1711110" y="546925"/>
                </a:lnTo>
                <a:lnTo>
                  <a:pt x="1709127" y="499735"/>
                </a:lnTo>
                <a:lnTo>
                  <a:pt x="1703287" y="453660"/>
                </a:lnTo>
                <a:lnTo>
                  <a:pt x="1693751" y="408863"/>
                </a:lnTo>
                <a:lnTo>
                  <a:pt x="1680683" y="365509"/>
                </a:lnTo>
                <a:lnTo>
                  <a:pt x="1664243" y="323762"/>
                </a:lnTo>
                <a:lnTo>
                  <a:pt x="1644594" y="283787"/>
                </a:lnTo>
                <a:lnTo>
                  <a:pt x="1621899" y="245747"/>
                </a:lnTo>
                <a:lnTo>
                  <a:pt x="1596319" y="209807"/>
                </a:lnTo>
                <a:lnTo>
                  <a:pt x="1568017" y="176130"/>
                </a:lnTo>
                <a:lnTo>
                  <a:pt x="1537155" y="144882"/>
                </a:lnTo>
                <a:lnTo>
                  <a:pt x="1503894" y="116226"/>
                </a:lnTo>
                <a:lnTo>
                  <a:pt x="1468398" y="90326"/>
                </a:lnTo>
                <a:lnTo>
                  <a:pt x="1430828" y="67347"/>
                </a:lnTo>
                <a:lnTo>
                  <a:pt x="1391346" y="47453"/>
                </a:lnTo>
                <a:lnTo>
                  <a:pt x="1350115" y="30807"/>
                </a:lnTo>
                <a:lnTo>
                  <a:pt x="1307296" y="17575"/>
                </a:lnTo>
                <a:lnTo>
                  <a:pt x="1263052" y="7920"/>
                </a:lnTo>
                <a:lnTo>
                  <a:pt x="1217545" y="2007"/>
                </a:lnTo>
                <a:lnTo>
                  <a:pt x="1170938" y="0"/>
                </a:lnTo>
                <a:close/>
              </a:path>
            </a:pathLst>
          </a:custGeom>
          <a:solidFill>
            <a:srgbClr val="9B10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13">
            <a:extLst>
              <a:ext uri="{FF2B5EF4-FFF2-40B4-BE49-F238E27FC236}">
                <a16:creationId xmlns:a16="http://schemas.microsoft.com/office/drawing/2014/main" id="{E4784030-4164-BB6A-DE32-C55AD88B09B9}"/>
              </a:ext>
            </a:extLst>
          </p:cNvPr>
          <p:cNvSpPr/>
          <p:nvPr/>
        </p:nvSpPr>
        <p:spPr>
          <a:xfrm>
            <a:off x="2534920" y="5533023"/>
            <a:ext cx="9879330" cy="2115022"/>
          </a:xfrm>
          <a:custGeom>
            <a:avLst/>
            <a:gdLst/>
            <a:ahLst/>
            <a:cxnLst/>
            <a:rect l="l" t="t" r="r" b="b"/>
            <a:pathLst>
              <a:path w="9879330" h="1452879">
                <a:moveTo>
                  <a:pt x="9485952" y="0"/>
                </a:moveTo>
                <a:lnTo>
                  <a:pt x="393150" y="0"/>
                </a:lnTo>
                <a:lnTo>
                  <a:pt x="344010" y="3077"/>
                </a:lnTo>
                <a:lnTo>
                  <a:pt x="296642" y="12061"/>
                </a:lnTo>
                <a:lnTo>
                  <a:pt x="251422" y="26573"/>
                </a:lnTo>
                <a:lnTo>
                  <a:pt x="208725" y="46240"/>
                </a:lnTo>
                <a:lnTo>
                  <a:pt x="168926" y="70684"/>
                </a:lnTo>
                <a:lnTo>
                  <a:pt x="132403" y="99530"/>
                </a:lnTo>
                <a:lnTo>
                  <a:pt x="99530" y="132403"/>
                </a:lnTo>
                <a:lnTo>
                  <a:pt x="70684" y="168926"/>
                </a:lnTo>
                <a:lnTo>
                  <a:pt x="46240" y="208725"/>
                </a:lnTo>
                <a:lnTo>
                  <a:pt x="26573" y="251422"/>
                </a:lnTo>
                <a:lnTo>
                  <a:pt x="12061" y="296642"/>
                </a:lnTo>
                <a:lnTo>
                  <a:pt x="3077" y="344010"/>
                </a:lnTo>
                <a:lnTo>
                  <a:pt x="0" y="393150"/>
                </a:lnTo>
                <a:lnTo>
                  <a:pt x="0" y="1059130"/>
                </a:lnTo>
                <a:lnTo>
                  <a:pt x="3077" y="1108269"/>
                </a:lnTo>
                <a:lnTo>
                  <a:pt x="12061" y="1155637"/>
                </a:lnTo>
                <a:lnTo>
                  <a:pt x="26573" y="1200858"/>
                </a:lnTo>
                <a:lnTo>
                  <a:pt x="46240" y="1243555"/>
                </a:lnTo>
                <a:lnTo>
                  <a:pt x="70684" y="1283353"/>
                </a:lnTo>
                <a:lnTo>
                  <a:pt x="99530" y="1319876"/>
                </a:lnTo>
                <a:lnTo>
                  <a:pt x="132403" y="1352749"/>
                </a:lnTo>
                <a:lnTo>
                  <a:pt x="168926" y="1381596"/>
                </a:lnTo>
                <a:lnTo>
                  <a:pt x="208725" y="1406040"/>
                </a:lnTo>
                <a:lnTo>
                  <a:pt x="251422" y="1425706"/>
                </a:lnTo>
                <a:lnTo>
                  <a:pt x="296642" y="1440219"/>
                </a:lnTo>
                <a:lnTo>
                  <a:pt x="344010" y="1449202"/>
                </a:lnTo>
                <a:lnTo>
                  <a:pt x="393150" y="1452280"/>
                </a:lnTo>
                <a:lnTo>
                  <a:pt x="9485952" y="1452280"/>
                </a:lnTo>
                <a:lnTo>
                  <a:pt x="9535091" y="1449202"/>
                </a:lnTo>
                <a:lnTo>
                  <a:pt x="9582459" y="1440219"/>
                </a:lnTo>
                <a:lnTo>
                  <a:pt x="9627680" y="1425706"/>
                </a:lnTo>
                <a:lnTo>
                  <a:pt x="9670377" y="1406040"/>
                </a:lnTo>
                <a:lnTo>
                  <a:pt x="9710175" y="1381596"/>
                </a:lnTo>
                <a:lnTo>
                  <a:pt x="9746698" y="1352749"/>
                </a:lnTo>
                <a:lnTo>
                  <a:pt x="9779571" y="1319876"/>
                </a:lnTo>
                <a:lnTo>
                  <a:pt x="9808418" y="1283353"/>
                </a:lnTo>
                <a:lnTo>
                  <a:pt x="9832862" y="1243555"/>
                </a:lnTo>
                <a:lnTo>
                  <a:pt x="9852528" y="1200858"/>
                </a:lnTo>
                <a:lnTo>
                  <a:pt x="9867041" y="1155637"/>
                </a:lnTo>
                <a:lnTo>
                  <a:pt x="9876024" y="1108269"/>
                </a:lnTo>
                <a:lnTo>
                  <a:pt x="9879102" y="1059130"/>
                </a:lnTo>
                <a:lnTo>
                  <a:pt x="9879102" y="393150"/>
                </a:lnTo>
                <a:lnTo>
                  <a:pt x="9876024" y="344010"/>
                </a:lnTo>
                <a:lnTo>
                  <a:pt x="9867041" y="296642"/>
                </a:lnTo>
                <a:lnTo>
                  <a:pt x="9852528" y="251422"/>
                </a:lnTo>
                <a:lnTo>
                  <a:pt x="9832862" y="208725"/>
                </a:lnTo>
                <a:lnTo>
                  <a:pt x="9808418" y="168926"/>
                </a:lnTo>
                <a:lnTo>
                  <a:pt x="9779571" y="132403"/>
                </a:lnTo>
                <a:lnTo>
                  <a:pt x="9746698" y="99530"/>
                </a:lnTo>
                <a:lnTo>
                  <a:pt x="9710175" y="70684"/>
                </a:lnTo>
                <a:lnTo>
                  <a:pt x="9670377" y="46240"/>
                </a:lnTo>
                <a:lnTo>
                  <a:pt x="9627680" y="26573"/>
                </a:lnTo>
                <a:lnTo>
                  <a:pt x="9582459" y="12061"/>
                </a:lnTo>
                <a:lnTo>
                  <a:pt x="9535091" y="3077"/>
                </a:lnTo>
                <a:lnTo>
                  <a:pt x="9485952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0" name="object 16">
            <a:extLst>
              <a:ext uri="{FF2B5EF4-FFF2-40B4-BE49-F238E27FC236}">
                <a16:creationId xmlns:a16="http://schemas.microsoft.com/office/drawing/2014/main" id="{258C7A82-8095-6A69-45D0-CCB5331DA039}"/>
              </a:ext>
            </a:extLst>
          </p:cNvPr>
          <p:cNvSpPr/>
          <p:nvPr/>
        </p:nvSpPr>
        <p:spPr>
          <a:xfrm>
            <a:off x="2603472" y="2451757"/>
            <a:ext cx="674370" cy="674370"/>
          </a:xfrm>
          <a:custGeom>
            <a:avLst/>
            <a:gdLst/>
            <a:ahLst/>
            <a:cxnLst/>
            <a:rect l="l" t="t" r="r" b="b"/>
            <a:pathLst>
              <a:path w="674370" h="674369">
                <a:moveTo>
                  <a:pt x="607625" y="0"/>
                </a:moveTo>
                <a:lnTo>
                  <a:pt x="66301" y="0"/>
                </a:lnTo>
                <a:lnTo>
                  <a:pt x="40494" y="5210"/>
                </a:lnTo>
                <a:lnTo>
                  <a:pt x="19419" y="19418"/>
                </a:lnTo>
                <a:lnTo>
                  <a:pt x="5210" y="40489"/>
                </a:lnTo>
                <a:lnTo>
                  <a:pt x="0" y="66291"/>
                </a:lnTo>
                <a:lnTo>
                  <a:pt x="0" y="607709"/>
                </a:lnTo>
                <a:lnTo>
                  <a:pt x="5210" y="633520"/>
                </a:lnTo>
                <a:lnTo>
                  <a:pt x="19419" y="654595"/>
                </a:lnTo>
                <a:lnTo>
                  <a:pt x="40494" y="668801"/>
                </a:lnTo>
                <a:lnTo>
                  <a:pt x="66301" y="674010"/>
                </a:lnTo>
                <a:lnTo>
                  <a:pt x="607625" y="674010"/>
                </a:lnTo>
                <a:lnTo>
                  <a:pt x="633426" y="668801"/>
                </a:lnTo>
                <a:lnTo>
                  <a:pt x="654498" y="654595"/>
                </a:lnTo>
                <a:lnTo>
                  <a:pt x="668706" y="633520"/>
                </a:lnTo>
                <a:lnTo>
                  <a:pt x="673916" y="607709"/>
                </a:lnTo>
                <a:lnTo>
                  <a:pt x="673916" y="66291"/>
                </a:lnTo>
                <a:lnTo>
                  <a:pt x="668706" y="40489"/>
                </a:lnTo>
                <a:lnTo>
                  <a:pt x="654498" y="19418"/>
                </a:lnTo>
                <a:lnTo>
                  <a:pt x="633426" y="5210"/>
                </a:lnTo>
                <a:lnTo>
                  <a:pt x="607625" y="0"/>
                </a:lnTo>
                <a:close/>
              </a:path>
            </a:pathLst>
          </a:custGeom>
          <a:solidFill>
            <a:srgbClr val="9B10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35">
            <a:extLst>
              <a:ext uri="{FF2B5EF4-FFF2-40B4-BE49-F238E27FC236}">
                <a16:creationId xmlns:a16="http://schemas.microsoft.com/office/drawing/2014/main" id="{9944A990-13A0-3022-6012-80925EBDD3D2}"/>
              </a:ext>
            </a:extLst>
          </p:cNvPr>
          <p:cNvSpPr/>
          <p:nvPr/>
        </p:nvSpPr>
        <p:spPr>
          <a:xfrm>
            <a:off x="12133263" y="4162795"/>
            <a:ext cx="7947025" cy="60325"/>
          </a:xfrm>
          <a:custGeom>
            <a:avLst/>
            <a:gdLst/>
            <a:ahLst/>
            <a:cxnLst/>
            <a:rect l="l" t="t" r="r" b="b"/>
            <a:pathLst>
              <a:path w="7947025" h="60325">
                <a:moveTo>
                  <a:pt x="7946899" y="0"/>
                </a:moveTo>
                <a:lnTo>
                  <a:pt x="0" y="0"/>
                </a:lnTo>
                <a:lnTo>
                  <a:pt x="0" y="59736"/>
                </a:lnTo>
                <a:lnTo>
                  <a:pt x="7946899" y="59736"/>
                </a:lnTo>
                <a:lnTo>
                  <a:pt x="7946899" y="0"/>
                </a:lnTo>
                <a:close/>
              </a:path>
            </a:pathLst>
          </a:custGeom>
          <a:solidFill>
            <a:srgbClr val="E5E5E5">
              <a:alpha val="2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6">
            <a:extLst>
              <a:ext uri="{FF2B5EF4-FFF2-40B4-BE49-F238E27FC236}">
                <a16:creationId xmlns:a16="http://schemas.microsoft.com/office/drawing/2014/main" id="{48583BBA-2A6D-3AFD-6629-5B31B4F301DB}"/>
              </a:ext>
            </a:extLst>
          </p:cNvPr>
          <p:cNvSpPr/>
          <p:nvPr/>
        </p:nvSpPr>
        <p:spPr>
          <a:xfrm>
            <a:off x="12157200" y="6661150"/>
            <a:ext cx="7947025" cy="60325"/>
          </a:xfrm>
          <a:custGeom>
            <a:avLst/>
            <a:gdLst/>
            <a:ahLst/>
            <a:cxnLst/>
            <a:rect l="l" t="t" r="r" b="b"/>
            <a:pathLst>
              <a:path w="7947025" h="60325">
                <a:moveTo>
                  <a:pt x="7946899" y="0"/>
                </a:moveTo>
                <a:lnTo>
                  <a:pt x="0" y="0"/>
                </a:lnTo>
                <a:lnTo>
                  <a:pt x="0" y="59736"/>
                </a:lnTo>
                <a:lnTo>
                  <a:pt x="7946899" y="59736"/>
                </a:lnTo>
                <a:lnTo>
                  <a:pt x="7946899" y="0"/>
                </a:lnTo>
                <a:close/>
              </a:path>
            </a:pathLst>
          </a:custGeom>
          <a:solidFill>
            <a:srgbClr val="E5E5E5">
              <a:alpha val="22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39">
            <a:extLst>
              <a:ext uri="{FF2B5EF4-FFF2-40B4-BE49-F238E27FC236}">
                <a16:creationId xmlns:a16="http://schemas.microsoft.com/office/drawing/2014/main" id="{05A73F01-06C3-85B0-58A1-8B3819ED1F7D}"/>
              </a:ext>
            </a:extLst>
          </p:cNvPr>
          <p:cNvSpPr txBox="1"/>
          <p:nvPr/>
        </p:nvSpPr>
        <p:spPr>
          <a:xfrm>
            <a:off x="2826486" y="2552967"/>
            <a:ext cx="8735695" cy="798807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723900" algn="l"/>
              </a:tabLst>
            </a:pPr>
            <a:r>
              <a:rPr lang="pt-BR" sz="265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3</a:t>
            </a:r>
            <a:r>
              <a:rPr sz="2650" b="1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	</a:t>
            </a:r>
            <a:r>
              <a:rPr sz="2650" b="1" dirty="0">
                <a:solidFill>
                  <a:srgbClr val="9B1006"/>
                </a:solidFill>
                <a:latin typeface="Poppins" pitchFamily="2" charset="77"/>
                <a:cs typeface="Poppins" pitchFamily="2" charset="77"/>
              </a:rPr>
              <a:t>MATERIAL DE CONTRATAÇÃO:</a:t>
            </a:r>
            <a:endParaRPr sz="2650" dirty="0">
              <a:latin typeface="Poppins" pitchFamily="2" charset="77"/>
              <a:cs typeface="Poppins" pitchFamily="2" charset="77"/>
            </a:endParaRP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16" name="object 11">
            <a:extLst>
              <a:ext uri="{FF2B5EF4-FFF2-40B4-BE49-F238E27FC236}">
                <a16:creationId xmlns:a16="http://schemas.microsoft.com/office/drawing/2014/main" id="{FF7E12F2-E41B-0AFD-E8C0-1CE8860CCE7A}"/>
              </a:ext>
            </a:extLst>
          </p:cNvPr>
          <p:cNvSpPr txBox="1">
            <a:spLocks/>
          </p:cNvSpPr>
          <p:nvPr/>
        </p:nvSpPr>
        <p:spPr>
          <a:xfrm>
            <a:off x="2535293" y="1356788"/>
            <a:ext cx="7745357" cy="60465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3850" b="1" i="0">
                <a:solidFill>
                  <a:srgbClr val="565555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pt-BR" kern="0" spc="135" dirty="0">
                <a:latin typeface="Poppins" pitchFamily="2" charset="77"/>
                <a:cs typeface="Poppins" pitchFamily="2" charset="77"/>
              </a:rPr>
              <a:t>Processo</a:t>
            </a:r>
            <a:r>
              <a:rPr lang="pt-BR" kern="0" spc="-240" dirty="0">
                <a:latin typeface="Poppins" pitchFamily="2" charset="77"/>
                <a:cs typeface="Poppins" pitchFamily="2" charset="77"/>
              </a:rPr>
              <a:t> </a:t>
            </a:r>
            <a:r>
              <a:rPr lang="pt-BR" kern="0" spc="315" dirty="0">
                <a:latin typeface="Poppins" pitchFamily="2" charset="77"/>
                <a:cs typeface="Poppins" pitchFamily="2" charset="77"/>
              </a:rPr>
              <a:t>de</a:t>
            </a:r>
            <a:r>
              <a:rPr lang="pt-BR" kern="0" spc="-240" dirty="0">
                <a:latin typeface="Poppins" pitchFamily="2" charset="77"/>
                <a:cs typeface="Poppins" pitchFamily="2" charset="77"/>
              </a:rPr>
              <a:t> </a:t>
            </a:r>
            <a:r>
              <a:rPr lang="pt-BR" kern="0" spc="325" dirty="0">
                <a:latin typeface="Poppins" pitchFamily="2" charset="77"/>
                <a:cs typeface="Poppins" pitchFamily="2" charset="77"/>
              </a:rPr>
              <a:t>Contratação</a:t>
            </a:r>
          </a:p>
        </p:txBody>
      </p:sp>
      <p:sp>
        <p:nvSpPr>
          <p:cNvPr id="17" name="object 18">
            <a:extLst>
              <a:ext uri="{FF2B5EF4-FFF2-40B4-BE49-F238E27FC236}">
                <a16:creationId xmlns:a16="http://schemas.microsoft.com/office/drawing/2014/main" id="{44EFF5D0-3825-D825-ED2A-651628C22BC2}"/>
              </a:ext>
            </a:extLst>
          </p:cNvPr>
          <p:cNvSpPr txBox="1"/>
          <p:nvPr/>
        </p:nvSpPr>
        <p:spPr>
          <a:xfrm>
            <a:off x="2561910" y="1018068"/>
            <a:ext cx="1078865" cy="4006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50" b="1" spc="-1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POP</a:t>
            </a:r>
            <a:r>
              <a:rPr sz="2450" b="1" spc="-14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2450" b="1" spc="-6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01</a:t>
            </a:r>
            <a:endParaRPr sz="245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BBFA687-7815-FDBF-3790-78736D5E529B}"/>
              </a:ext>
            </a:extLst>
          </p:cNvPr>
          <p:cNvSpPr txBox="1"/>
          <p:nvPr/>
        </p:nvSpPr>
        <p:spPr>
          <a:xfrm>
            <a:off x="2965450" y="3852936"/>
            <a:ext cx="8284339" cy="1144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065" marR="656590" lvl="0">
              <a:lnSpc>
                <a:spcPts val="2750"/>
              </a:lnSpc>
              <a:spcBef>
                <a:spcPts val="20"/>
              </a:spcBef>
            </a:pPr>
            <a:r>
              <a:rPr lang="pt-BR" sz="2400" b="1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Lista mestra:</a:t>
            </a:r>
          </a:p>
          <a:p>
            <a:pPr marL="12065" marR="656590" lvl="0">
              <a:lnSpc>
                <a:spcPts val="2750"/>
              </a:lnSpc>
              <a:spcBef>
                <a:spcPts val="20"/>
              </a:spcBef>
            </a:pPr>
            <a:r>
              <a:rPr lang="pt-BR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lista dos documentos e projetos que serão disponibilizados para tomada de preços.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88E097A-C8A0-4099-93E5-E2A901E21473}"/>
              </a:ext>
            </a:extLst>
          </p:cNvPr>
          <p:cNvSpPr/>
          <p:nvPr/>
        </p:nvSpPr>
        <p:spPr>
          <a:xfrm>
            <a:off x="3011854" y="5857287"/>
            <a:ext cx="9402396" cy="290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65" marR="656590">
              <a:lnSpc>
                <a:spcPts val="2750"/>
              </a:lnSpc>
              <a:spcBef>
                <a:spcPts val="20"/>
              </a:spcBef>
            </a:pPr>
            <a:r>
              <a:rPr lang="pt-BR" sz="2400" b="1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Escopo: </a:t>
            </a:r>
          </a:p>
          <a:p>
            <a:pPr>
              <a:lnSpc>
                <a:spcPct val="150000"/>
              </a:lnSpc>
            </a:pPr>
            <a:r>
              <a:rPr lang="pt-BR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descrição detalhada dos serviços e materiais a serem fornecidos, com destaque a itens importantes e/ou específicos que trazem impactos seja financeiro e/ou prazos e/ou qualidade, como:</a:t>
            </a:r>
          </a:p>
          <a:p>
            <a:pPr>
              <a:lnSpc>
                <a:spcPct val="150000"/>
              </a:lnSpc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endParaRPr lang="pt-BR" dirty="0">
              <a:solidFill>
                <a:schemeClr val="tx1">
                  <a:lumMod val="75000"/>
                  <a:lumOff val="2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45B42455-CFE4-4A26-B1A1-53B614020DE2}"/>
              </a:ext>
            </a:extLst>
          </p:cNvPr>
          <p:cNvSpPr/>
          <p:nvPr/>
        </p:nvSpPr>
        <p:spPr>
          <a:xfrm>
            <a:off x="2600960" y="7960581"/>
            <a:ext cx="5927090" cy="2546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Isolamentos padrão GB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Fornecimentos e responsabilidades de equipamentos de transporte vertical, horizontal, </a:t>
            </a:r>
            <a:r>
              <a:rPr lang="pt-BR" dirty="0" err="1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etc</a:t>
            </a:r>
            <a:endParaRPr lang="pt-BR" dirty="0">
              <a:solidFill>
                <a:srgbClr val="565555"/>
              </a:solidFill>
              <a:latin typeface="Poppins" pitchFamily="2" charset="77"/>
              <a:cs typeface="Poppins" pitchFamily="2" charset="7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Obrigatoriedade do Plano de </a:t>
            </a:r>
            <a:r>
              <a:rPr lang="pt-BR" dirty="0" err="1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Higging</a:t>
            </a:r>
            <a:r>
              <a:rPr lang="pt-BR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para todos os tipos de movimentação de cargas</a:t>
            </a:r>
          </a:p>
        </p:txBody>
      </p:sp>
      <p:sp>
        <p:nvSpPr>
          <p:cNvPr id="21" name="Retângulo 20">
            <a:extLst>
              <a:ext uri="{FF2B5EF4-FFF2-40B4-BE49-F238E27FC236}">
                <a16:creationId xmlns:a16="http://schemas.microsoft.com/office/drawing/2014/main" id="{B73F60C4-30C2-4E28-A221-EF42A0226824}"/>
              </a:ext>
            </a:extLst>
          </p:cNvPr>
          <p:cNvSpPr/>
          <p:nvPr/>
        </p:nvSpPr>
        <p:spPr>
          <a:xfrm>
            <a:off x="8565816" y="7917524"/>
            <a:ext cx="10052050" cy="2546082"/>
          </a:xfrm>
          <a:prstGeom prst="rect">
            <a:avLst/>
          </a:prstGeom>
        </p:spPr>
        <p:txBody>
          <a:bodyPr>
            <a:spAutoFit/>
          </a:bodyPr>
          <a:lstStyle/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Segurança do Trabalho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Equipe técnica mínima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Integração SG3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Gerenciamento de resíduos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SLA de acordo com escopo licitado / etc.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pt-BR" dirty="0" err="1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Etc</a:t>
            </a:r>
            <a:endParaRPr lang="pt-BR" dirty="0">
              <a:solidFill>
                <a:srgbClr val="565555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63230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>
            <a:extLst>
              <a:ext uri="{FF2B5EF4-FFF2-40B4-BE49-F238E27FC236}">
                <a16:creationId xmlns:a16="http://schemas.microsoft.com/office/drawing/2014/main" id="{867F5272-9724-4993-B858-9BD5E398C964}"/>
              </a:ext>
            </a:extLst>
          </p:cNvPr>
          <p:cNvSpPr txBox="1">
            <a:spLocks/>
          </p:cNvSpPr>
          <p:nvPr/>
        </p:nvSpPr>
        <p:spPr>
          <a:xfrm>
            <a:off x="2535293" y="1356788"/>
            <a:ext cx="7745357" cy="60465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3850" b="1" i="0">
                <a:solidFill>
                  <a:srgbClr val="565555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>
              <a:spcBef>
                <a:spcPts val="95"/>
              </a:spcBef>
            </a:pPr>
            <a:r>
              <a:rPr lang="pt-BR" kern="0" spc="135" dirty="0">
                <a:latin typeface="Poppins" pitchFamily="2" charset="77"/>
                <a:cs typeface="Poppins" pitchFamily="2" charset="77"/>
              </a:rPr>
              <a:t>Memorial Descritivo</a:t>
            </a:r>
            <a:endParaRPr lang="pt-BR" kern="0" spc="325" dirty="0"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48791626-9C83-49D3-A91C-C61607DAF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8850" y="3067099"/>
            <a:ext cx="4278871" cy="60519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03EA3A92-6914-44CB-B8BD-8D7CC0392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450" y="3063875"/>
            <a:ext cx="4192970" cy="59899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0926FB03-71B0-4053-9184-4C193273EC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8081" y="3063875"/>
            <a:ext cx="4192969" cy="60166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BBD4FC7-7A78-4531-B7A8-81F2ADB46D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0650" y="3063875"/>
            <a:ext cx="4098392" cy="59899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833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13">
            <a:extLst>
              <a:ext uri="{FF2B5EF4-FFF2-40B4-BE49-F238E27FC236}">
                <a16:creationId xmlns:a16="http://schemas.microsoft.com/office/drawing/2014/main" id="{A981C58D-6AEA-ABF0-111C-543C7732643A}"/>
              </a:ext>
            </a:extLst>
          </p:cNvPr>
          <p:cNvSpPr/>
          <p:nvPr/>
        </p:nvSpPr>
        <p:spPr>
          <a:xfrm>
            <a:off x="1581086" y="2736341"/>
            <a:ext cx="617855" cy="618490"/>
          </a:xfrm>
          <a:custGeom>
            <a:avLst/>
            <a:gdLst/>
            <a:ahLst/>
            <a:cxnLst/>
            <a:rect l="l" t="t" r="r" b="b"/>
            <a:pathLst>
              <a:path w="617855" h="618489">
                <a:moveTo>
                  <a:pt x="557030" y="0"/>
                </a:moveTo>
                <a:lnTo>
                  <a:pt x="60773" y="0"/>
                </a:lnTo>
                <a:lnTo>
                  <a:pt x="37119" y="4775"/>
                </a:lnTo>
                <a:lnTo>
                  <a:pt x="17801" y="17797"/>
                </a:lnTo>
                <a:lnTo>
                  <a:pt x="4776" y="37115"/>
                </a:lnTo>
                <a:lnTo>
                  <a:pt x="0" y="60773"/>
                </a:lnTo>
                <a:lnTo>
                  <a:pt x="0" y="557113"/>
                </a:lnTo>
                <a:lnTo>
                  <a:pt x="4776" y="580767"/>
                </a:lnTo>
                <a:lnTo>
                  <a:pt x="17801" y="600085"/>
                </a:lnTo>
                <a:lnTo>
                  <a:pt x="37119" y="613110"/>
                </a:lnTo>
                <a:lnTo>
                  <a:pt x="60773" y="617886"/>
                </a:lnTo>
                <a:lnTo>
                  <a:pt x="557030" y="617886"/>
                </a:lnTo>
                <a:lnTo>
                  <a:pt x="580682" y="613110"/>
                </a:lnTo>
                <a:lnTo>
                  <a:pt x="599996" y="600085"/>
                </a:lnTo>
                <a:lnTo>
                  <a:pt x="613017" y="580767"/>
                </a:lnTo>
                <a:lnTo>
                  <a:pt x="617792" y="557113"/>
                </a:lnTo>
                <a:lnTo>
                  <a:pt x="617792" y="60773"/>
                </a:lnTo>
                <a:lnTo>
                  <a:pt x="613017" y="37115"/>
                </a:lnTo>
                <a:lnTo>
                  <a:pt x="599996" y="17797"/>
                </a:lnTo>
                <a:lnTo>
                  <a:pt x="580682" y="4775"/>
                </a:lnTo>
                <a:lnTo>
                  <a:pt x="557030" y="0"/>
                </a:lnTo>
                <a:close/>
              </a:path>
            </a:pathLst>
          </a:custGeom>
          <a:solidFill>
            <a:srgbClr val="A6A2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32">
            <a:extLst>
              <a:ext uri="{FF2B5EF4-FFF2-40B4-BE49-F238E27FC236}">
                <a16:creationId xmlns:a16="http://schemas.microsoft.com/office/drawing/2014/main" id="{00AC791F-2011-D682-4DA7-2AC01E16E9BF}"/>
              </a:ext>
            </a:extLst>
          </p:cNvPr>
          <p:cNvSpPr txBox="1"/>
          <p:nvPr/>
        </p:nvSpPr>
        <p:spPr>
          <a:xfrm>
            <a:off x="2430318" y="1811544"/>
            <a:ext cx="9234805" cy="151644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00" b="1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Anexos</a:t>
            </a:r>
            <a:endParaRPr sz="1900" b="1" dirty="0">
              <a:latin typeface="Poppins" pitchFamily="2" charset="77"/>
              <a:cs typeface="Poppins" pitchFamily="2" charset="77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650" b="1" dirty="0">
              <a:latin typeface="Poppins" pitchFamily="2" charset="77"/>
              <a:cs typeface="Poppins" pitchFamily="2" charset="77"/>
            </a:endParaRPr>
          </a:p>
          <a:p>
            <a:pPr marL="12700">
              <a:lnSpc>
                <a:spcPct val="100000"/>
              </a:lnSpc>
            </a:pPr>
            <a:r>
              <a:rPr sz="1900" b="1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Anexo 1:</a:t>
            </a:r>
            <a:endParaRPr sz="1900" b="1" dirty="0">
              <a:latin typeface="Poppins" pitchFamily="2" charset="77"/>
              <a:cs typeface="Poppins" pitchFamily="2" charset="77"/>
            </a:endParaRPr>
          </a:p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lang="pt-BR" sz="1900" b="1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I</a:t>
            </a:r>
            <a:r>
              <a:rPr sz="1900" b="1" dirty="0" err="1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nformativo</a:t>
            </a:r>
            <a:r>
              <a:rPr sz="1900" b="1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sobre Obrigações </a:t>
            </a:r>
            <a:r>
              <a:rPr sz="1900" b="1" dirty="0" err="1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Previdenciárias</a:t>
            </a:r>
            <a:r>
              <a:rPr sz="1900" b="1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:</a:t>
            </a:r>
            <a:endParaRPr sz="1900" b="1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" name="object 33">
            <a:extLst>
              <a:ext uri="{FF2B5EF4-FFF2-40B4-BE49-F238E27FC236}">
                <a16:creationId xmlns:a16="http://schemas.microsoft.com/office/drawing/2014/main" id="{9D8F6EE4-6F4D-383F-7A2E-E6B7FB94F71E}"/>
              </a:ext>
            </a:extLst>
          </p:cNvPr>
          <p:cNvSpPr/>
          <p:nvPr/>
        </p:nvSpPr>
        <p:spPr>
          <a:xfrm>
            <a:off x="1581086" y="1636354"/>
            <a:ext cx="617855" cy="618490"/>
          </a:xfrm>
          <a:custGeom>
            <a:avLst/>
            <a:gdLst/>
            <a:ahLst/>
            <a:cxnLst/>
            <a:rect l="l" t="t" r="r" b="b"/>
            <a:pathLst>
              <a:path w="617855" h="618489">
                <a:moveTo>
                  <a:pt x="557030" y="0"/>
                </a:moveTo>
                <a:lnTo>
                  <a:pt x="60773" y="0"/>
                </a:lnTo>
                <a:lnTo>
                  <a:pt x="37119" y="4775"/>
                </a:lnTo>
                <a:lnTo>
                  <a:pt x="17801" y="17797"/>
                </a:lnTo>
                <a:lnTo>
                  <a:pt x="4776" y="37115"/>
                </a:lnTo>
                <a:lnTo>
                  <a:pt x="0" y="60773"/>
                </a:lnTo>
                <a:lnTo>
                  <a:pt x="0" y="557113"/>
                </a:lnTo>
                <a:lnTo>
                  <a:pt x="4776" y="580767"/>
                </a:lnTo>
                <a:lnTo>
                  <a:pt x="17801" y="600085"/>
                </a:lnTo>
                <a:lnTo>
                  <a:pt x="37119" y="613110"/>
                </a:lnTo>
                <a:lnTo>
                  <a:pt x="60773" y="617886"/>
                </a:lnTo>
                <a:lnTo>
                  <a:pt x="557030" y="617886"/>
                </a:lnTo>
                <a:lnTo>
                  <a:pt x="580682" y="613110"/>
                </a:lnTo>
                <a:lnTo>
                  <a:pt x="599996" y="600085"/>
                </a:lnTo>
                <a:lnTo>
                  <a:pt x="613017" y="580767"/>
                </a:lnTo>
                <a:lnTo>
                  <a:pt x="617792" y="557113"/>
                </a:lnTo>
                <a:lnTo>
                  <a:pt x="617792" y="60773"/>
                </a:lnTo>
                <a:lnTo>
                  <a:pt x="613017" y="37115"/>
                </a:lnTo>
                <a:lnTo>
                  <a:pt x="599996" y="17797"/>
                </a:lnTo>
                <a:lnTo>
                  <a:pt x="580682" y="4775"/>
                </a:lnTo>
                <a:lnTo>
                  <a:pt x="557030" y="0"/>
                </a:lnTo>
                <a:close/>
              </a:path>
            </a:pathLst>
          </a:custGeom>
          <a:solidFill>
            <a:srgbClr val="A6A2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4">
            <a:extLst>
              <a:ext uri="{FF2B5EF4-FFF2-40B4-BE49-F238E27FC236}">
                <a16:creationId xmlns:a16="http://schemas.microsoft.com/office/drawing/2014/main" id="{B262390A-CA74-B67B-0693-AF190B5D0AF8}"/>
              </a:ext>
            </a:extLst>
          </p:cNvPr>
          <p:cNvSpPr/>
          <p:nvPr/>
        </p:nvSpPr>
        <p:spPr>
          <a:xfrm>
            <a:off x="2539186" y="3947523"/>
            <a:ext cx="0" cy="5895340"/>
          </a:xfrm>
          <a:custGeom>
            <a:avLst/>
            <a:gdLst/>
            <a:ahLst/>
            <a:cxnLst/>
            <a:rect l="l" t="t" r="r" b="b"/>
            <a:pathLst>
              <a:path h="5895340">
                <a:moveTo>
                  <a:pt x="0" y="0"/>
                </a:moveTo>
                <a:lnTo>
                  <a:pt x="0" y="5895108"/>
                </a:lnTo>
              </a:path>
            </a:pathLst>
          </a:custGeom>
          <a:ln w="31412">
            <a:solidFill>
              <a:srgbClr val="9B100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BFE36CF-B0A4-03C4-F3FB-08F8EC7228A7}"/>
              </a:ext>
            </a:extLst>
          </p:cNvPr>
          <p:cNvSpPr txBox="1"/>
          <p:nvPr/>
        </p:nvSpPr>
        <p:spPr>
          <a:xfrm>
            <a:off x="2539186" y="4045605"/>
            <a:ext cx="9296400" cy="6047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98805">
              <a:lnSpc>
                <a:spcPct val="100000"/>
              </a:lnSpc>
            </a:pPr>
            <a:r>
              <a:rPr lang="pt-BR" sz="2000" b="1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O que é:</a:t>
            </a:r>
            <a:endParaRPr lang="pt-BR" sz="2000" dirty="0">
              <a:latin typeface="Poppins" pitchFamily="2" charset="77"/>
              <a:cs typeface="Poppins" pitchFamily="2" charset="77"/>
            </a:endParaRPr>
          </a:p>
          <a:p>
            <a:pPr marL="598805" marR="285750">
              <a:lnSpc>
                <a:spcPts val="2750"/>
              </a:lnSpc>
              <a:spcBef>
                <a:spcPts val="145"/>
              </a:spcBef>
            </a:pPr>
            <a:r>
              <a:rPr lang="pt-BR" sz="180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informativo que visa estabelecer as regras de regularidade  previdenciária, entre o GB e o contratado, no que diz respeito ao  custeio previdenciário e obrigações para o setor de construção civil,  garantindo assim a obtenção da CND do INSS no final da obra.</a:t>
            </a:r>
            <a:endParaRPr lang="pt-BR" sz="1800" dirty="0">
              <a:latin typeface="Poppins" pitchFamily="2" charset="77"/>
              <a:cs typeface="Poppins" pitchFamily="2" charset="77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lang="pt-BR" sz="1800" dirty="0">
              <a:latin typeface="Poppins" pitchFamily="2" charset="77"/>
              <a:cs typeface="Poppins" pitchFamily="2" charset="77"/>
            </a:endParaRPr>
          </a:p>
          <a:p>
            <a:pPr marL="598805">
              <a:lnSpc>
                <a:spcPct val="100000"/>
              </a:lnSpc>
            </a:pPr>
            <a:r>
              <a:rPr lang="pt-BR" sz="2000" b="1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Quando contratar:</a:t>
            </a:r>
            <a:endParaRPr lang="pt-BR" sz="2000" dirty="0">
              <a:latin typeface="Poppins" pitchFamily="2" charset="77"/>
              <a:cs typeface="Poppins" pitchFamily="2" charset="77"/>
            </a:endParaRPr>
          </a:p>
          <a:p>
            <a:pPr marL="598805" marR="491490">
              <a:lnSpc>
                <a:spcPts val="2750"/>
              </a:lnSpc>
              <a:spcBef>
                <a:spcPts val="145"/>
              </a:spcBef>
            </a:pPr>
            <a:r>
              <a:rPr lang="pt-BR" sz="180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para qualquer atividade com aumento de área e/ou alteração de  infraestrutura deve ser realizada a consulta com a </a:t>
            </a:r>
            <a:r>
              <a:rPr lang="pt-BR" sz="1800" dirty="0" err="1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Sottomaior</a:t>
            </a:r>
            <a:r>
              <a:rPr lang="pt-BR" sz="180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 Consultoria.</a:t>
            </a:r>
            <a:endParaRPr lang="pt-BR" sz="1800" dirty="0">
              <a:latin typeface="Poppins" pitchFamily="2" charset="77"/>
              <a:cs typeface="Poppins" pitchFamily="2" charset="77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lang="pt-BR" sz="1800" dirty="0">
              <a:latin typeface="Poppins" pitchFamily="2" charset="77"/>
              <a:cs typeface="Poppins" pitchFamily="2" charset="77"/>
            </a:endParaRPr>
          </a:p>
          <a:p>
            <a:pPr marL="598805">
              <a:lnSpc>
                <a:spcPct val="100000"/>
              </a:lnSpc>
            </a:pPr>
            <a:r>
              <a:rPr lang="pt-BR" sz="2000" b="1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Quem contratar:</a:t>
            </a:r>
            <a:endParaRPr lang="pt-BR" sz="2000" dirty="0">
              <a:latin typeface="Poppins" pitchFamily="2" charset="77"/>
              <a:cs typeface="Poppins" pitchFamily="2" charset="77"/>
            </a:endParaRPr>
          </a:p>
          <a:p>
            <a:pPr marL="598805" marR="101600">
              <a:lnSpc>
                <a:spcPts val="2750"/>
              </a:lnSpc>
              <a:spcBef>
                <a:spcPts val="140"/>
              </a:spcBef>
            </a:pPr>
            <a:r>
              <a:rPr lang="pt-BR" sz="1800" dirty="0" err="1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Sottomaior</a:t>
            </a:r>
            <a:r>
              <a:rPr lang="pt-BR" sz="180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Consultoria (fornecedor exclusivo) / Luciano </a:t>
            </a:r>
            <a:r>
              <a:rPr lang="pt-BR" sz="1800" dirty="0" err="1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Sottomaior</a:t>
            </a:r>
            <a:r>
              <a:rPr lang="pt-BR" sz="180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–  41 98811-5460 – </a:t>
            </a:r>
            <a:r>
              <a:rPr lang="pt-BR" sz="1800" dirty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luciano@sottomaiorconsultoria.com.br</a:t>
            </a:r>
            <a:endParaRPr lang="pt-BR" sz="1800" dirty="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lang="pt-BR" sz="1400" dirty="0">
              <a:latin typeface="Poppins" pitchFamily="2" charset="77"/>
              <a:cs typeface="Poppins" pitchFamily="2" charset="77"/>
            </a:endParaRPr>
          </a:p>
          <a:p>
            <a:pPr marL="598805" marR="5080" indent="-635">
              <a:lnSpc>
                <a:spcPct val="118000"/>
              </a:lnSpc>
            </a:pPr>
            <a:r>
              <a:rPr lang="pt-BR" sz="2000" b="1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Observação: </a:t>
            </a:r>
            <a:r>
              <a:rPr lang="pt-BR" sz="180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deve ser verificado se a contratação será através do GB  ou contratado.</a:t>
            </a:r>
            <a:endParaRPr lang="pt-BR" sz="1800" dirty="0">
              <a:latin typeface="Poppins" pitchFamily="2" charset="77"/>
              <a:cs typeface="Poppins" pitchFamily="2" charset="77"/>
            </a:endParaRPr>
          </a:p>
          <a:p>
            <a:endParaRPr lang="pt-BR" dirty="0"/>
          </a:p>
        </p:txBody>
      </p:sp>
      <p:sp>
        <p:nvSpPr>
          <p:cNvPr id="21" name="object 10">
            <a:extLst>
              <a:ext uri="{FF2B5EF4-FFF2-40B4-BE49-F238E27FC236}">
                <a16:creationId xmlns:a16="http://schemas.microsoft.com/office/drawing/2014/main" id="{A6BE7C86-72D0-43D0-ACD2-599E6BE32D32}"/>
              </a:ext>
            </a:extLst>
          </p:cNvPr>
          <p:cNvSpPr/>
          <p:nvPr/>
        </p:nvSpPr>
        <p:spPr>
          <a:xfrm>
            <a:off x="16464397" y="45085"/>
            <a:ext cx="2900680" cy="8638540"/>
          </a:xfrm>
          <a:custGeom>
            <a:avLst/>
            <a:gdLst/>
            <a:ahLst/>
            <a:cxnLst/>
            <a:rect l="l" t="t" r="r" b="b"/>
            <a:pathLst>
              <a:path w="2900680" h="8638540">
                <a:moveTo>
                  <a:pt x="2900435" y="0"/>
                </a:moveTo>
                <a:lnTo>
                  <a:pt x="0" y="0"/>
                </a:lnTo>
                <a:lnTo>
                  <a:pt x="0" y="8638480"/>
                </a:lnTo>
                <a:lnTo>
                  <a:pt x="2900435" y="8638480"/>
                </a:lnTo>
                <a:lnTo>
                  <a:pt x="2900435" y="0"/>
                </a:lnTo>
                <a:close/>
              </a:path>
            </a:pathLst>
          </a:custGeom>
          <a:solidFill>
            <a:srgbClr val="9B100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11">
            <a:extLst>
              <a:ext uri="{FF2B5EF4-FFF2-40B4-BE49-F238E27FC236}">
                <a16:creationId xmlns:a16="http://schemas.microsoft.com/office/drawing/2014/main" id="{BAEA2397-4060-4677-BA2B-8350D8AD07D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47651" y="1311909"/>
            <a:ext cx="5257800" cy="80003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9892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9">
            <a:extLst>
              <a:ext uri="{FF2B5EF4-FFF2-40B4-BE49-F238E27FC236}">
                <a16:creationId xmlns:a16="http://schemas.microsoft.com/office/drawing/2014/main" id="{8C7253B0-DFA1-8BC0-B61D-5DEEDE098E65}"/>
              </a:ext>
            </a:extLst>
          </p:cNvPr>
          <p:cNvGrpSpPr/>
          <p:nvPr/>
        </p:nvGrpSpPr>
        <p:grpSpPr>
          <a:xfrm>
            <a:off x="12955509" y="45085"/>
            <a:ext cx="6409568" cy="9046065"/>
            <a:chOff x="12982756" y="10470"/>
            <a:chExt cx="6409568" cy="9046065"/>
          </a:xfrm>
        </p:grpSpPr>
        <p:sp>
          <p:nvSpPr>
            <p:cNvPr id="3" name="object 10">
              <a:extLst>
                <a:ext uri="{FF2B5EF4-FFF2-40B4-BE49-F238E27FC236}">
                  <a16:creationId xmlns:a16="http://schemas.microsoft.com/office/drawing/2014/main" id="{99A4D1DF-5AB7-4D31-FF62-F433F8587AB6}"/>
                </a:ext>
              </a:extLst>
            </p:cNvPr>
            <p:cNvSpPr/>
            <p:nvPr/>
          </p:nvSpPr>
          <p:spPr>
            <a:xfrm>
              <a:off x="16491644" y="10470"/>
              <a:ext cx="2900680" cy="8638540"/>
            </a:xfrm>
            <a:custGeom>
              <a:avLst/>
              <a:gdLst/>
              <a:ahLst/>
              <a:cxnLst/>
              <a:rect l="l" t="t" r="r" b="b"/>
              <a:pathLst>
                <a:path w="2900680" h="8638540">
                  <a:moveTo>
                    <a:pt x="2900435" y="0"/>
                  </a:moveTo>
                  <a:lnTo>
                    <a:pt x="0" y="0"/>
                  </a:lnTo>
                  <a:lnTo>
                    <a:pt x="0" y="8638480"/>
                  </a:lnTo>
                  <a:lnTo>
                    <a:pt x="2900435" y="8638480"/>
                  </a:lnTo>
                  <a:lnTo>
                    <a:pt x="2900435" y="0"/>
                  </a:lnTo>
                  <a:close/>
                </a:path>
              </a:pathLst>
            </a:custGeom>
            <a:solidFill>
              <a:srgbClr val="9B10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12">
              <a:extLst>
                <a:ext uri="{FF2B5EF4-FFF2-40B4-BE49-F238E27FC236}">
                  <a16:creationId xmlns:a16="http://schemas.microsoft.com/office/drawing/2014/main" id="{4562BA20-BB5E-12BF-BFE0-0B31ECA74847}"/>
                </a:ext>
              </a:extLst>
            </p:cNvPr>
            <p:cNvSpPr/>
            <p:nvPr/>
          </p:nvSpPr>
          <p:spPr>
            <a:xfrm>
              <a:off x="12982756" y="1246035"/>
              <a:ext cx="5527040" cy="7810500"/>
            </a:xfrm>
            <a:custGeom>
              <a:avLst/>
              <a:gdLst/>
              <a:ahLst/>
              <a:cxnLst/>
              <a:rect l="l" t="t" r="r" b="b"/>
              <a:pathLst>
                <a:path w="5527040" h="7810500">
                  <a:moveTo>
                    <a:pt x="0" y="0"/>
                  </a:moveTo>
                  <a:lnTo>
                    <a:pt x="5526439" y="0"/>
                  </a:lnTo>
                  <a:lnTo>
                    <a:pt x="5526439" y="7810348"/>
                  </a:lnTo>
                  <a:lnTo>
                    <a:pt x="0" y="7810348"/>
                  </a:lnTo>
                  <a:lnTo>
                    <a:pt x="0" y="0"/>
                  </a:lnTo>
                  <a:close/>
                </a:path>
              </a:pathLst>
            </a:custGeom>
            <a:ln w="15716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13">
            <a:extLst>
              <a:ext uri="{FF2B5EF4-FFF2-40B4-BE49-F238E27FC236}">
                <a16:creationId xmlns:a16="http://schemas.microsoft.com/office/drawing/2014/main" id="{A981C58D-6AEA-ABF0-111C-543C7732643A}"/>
              </a:ext>
            </a:extLst>
          </p:cNvPr>
          <p:cNvSpPr/>
          <p:nvPr/>
        </p:nvSpPr>
        <p:spPr>
          <a:xfrm>
            <a:off x="1581086" y="2736341"/>
            <a:ext cx="617855" cy="618490"/>
          </a:xfrm>
          <a:custGeom>
            <a:avLst/>
            <a:gdLst/>
            <a:ahLst/>
            <a:cxnLst/>
            <a:rect l="l" t="t" r="r" b="b"/>
            <a:pathLst>
              <a:path w="617855" h="618489">
                <a:moveTo>
                  <a:pt x="557030" y="0"/>
                </a:moveTo>
                <a:lnTo>
                  <a:pt x="60773" y="0"/>
                </a:lnTo>
                <a:lnTo>
                  <a:pt x="37119" y="4775"/>
                </a:lnTo>
                <a:lnTo>
                  <a:pt x="17801" y="17797"/>
                </a:lnTo>
                <a:lnTo>
                  <a:pt x="4776" y="37115"/>
                </a:lnTo>
                <a:lnTo>
                  <a:pt x="0" y="60773"/>
                </a:lnTo>
                <a:lnTo>
                  <a:pt x="0" y="557113"/>
                </a:lnTo>
                <a:lnTo>
                  <a:pt x="4776" y="580767"/>
                </a:lnTo>
                <a:lnTo>
                  <a:pt x="17801" y="600085"/>
                </a:lnTo>
                <a:lnTo>
                  <a:pt x="37119" y="613110"/>
                </a:lnTo>
                <a:lnTo>
                  <a:pt x="60773" y="617886"/>
                </a:lnTo>
                <a:lnTo>
                  <a:pt x="557030" y="617886"/>
                </a:lnTo>
                <a:lnTo>
                  <a:pt x="580682" y="613110"/>
                </a:lnTo>
                <a:lnTo>
                  <a:pt x="599996" y="600085"/>
                </a:lnTo>
                <a:lnTo>
                  <a:pt x="613017" y="580767"/>
                </a:lnTo>
                <a:lnTo>
                  <a:pt x="617792" y="557113"/>
                </a:lnTo>
                <a:lnTo>
                  <a:pt x="617792" y="60773"/>
                </a:lnTo>
                <a:lnTo>
                  <a:pt x="613017" y="37115"/>
                </a:lnTo>
                <a:lnTo>
                  <a:pt x="599996" y="17797"/>
                </a:lnTo>
                <a:lnTo>
                  <a:pt x="580682" y="4775"/>
                </a:lnTo>
                <a:lnTo>
                  <a:pt x="557030" y="0"/>
                </a:lnTo>
                <a:close/>
              </a:path>
            </a:pathLst>
          </a:custGeom>
          <a:solidFill>
            <a:srgbClr val="A6A2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32">
            <a:extLst>
              <a:ext uri="{FF2B5EF4-FFF2-40B4-BE49-F238E27FC236}">
                <a16:creationId xmlns:a16="http://schemas.microsoft.com/office/drawing/2014/main" id="{00AC791F-2011-D682-4DA7-2AC01E16E9BF}"/>
              </a:ext>
            </a:extLst>
          </p:cNvPr>
          <p:cNvSpPr txBox="1"/>
          <p:nvPr/>
        </p:nvSpPr>
        <p:spPr>
          <a:xfrm>
            <a:off x="2430318" y="1811544"/>
            <a:ext cx="9234805" cy="14754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00" b="1" dirty="0">
                <a:solidFill>
                  <a:srgbClr val="565555"/>
                </a:solidFill>
                <a:latin typeface="Poppins" panose="020B0604020202020204" charset="0"/>
                <a:cs typeface="Poppins" panose="020B0604020202020204" charset="0"/>
              </a:rPr>
              <a:t>Anexos</a:t>
            </a:r>
            <a:endParaRPr sz="1900" b="1" dirty="0">
              <a:latin typeface="Poppins" panose="020B0604020202020204" charset="0"/>
              <a:cs typeface="Poppins" panose="020B0604020202020204" charset="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lang="pt-BR" sz="1900" b="1" dirty="0">
              <a:latin typeface="Poppins" panose="020B0604020202020204" charset="0"/>
              <a:cs typeface="Poppins" panose="020B0604020202020204" charset="0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00" b="1" dirty="0">
              <a:latin typeface="Poppins" panose="020B0604020202020204" charset="0"/>
              <a:cs typeface="Poppins" panose="020B0604020202020204" charset="0"/>
            </a:endParaRPr>
          </a:p>
          <a:p>
            <a:pPr marL="12700">
              <a:lnSpc>
                <a:spcPct val="100000"/>
              </a:lnSpc>
            </a:pPr>
            <a:r>
              <a:rPr sz="1900" b="1" dirty="0">
                <a:solidFill>
                  <a:srgbClr val="565555"/>
                </a:solidFill>
                <a:latin typeface="Poppins" panose="020B0604020202020204" charset="0"/>
                <a:cs typeface="Poppins" panose="020B0604020202020204" charset="0"/>
              </a:rPr>
              <a:t>Anexo </a:t>
            </a:r>
            <a:r>
              <a:rPr lang="pt-BR" sz="1900" b="1" dirty="0">
                <a:solidFill>
                  <a:srgbClr val="565555"/>
                </a:solidFill>
                <a:latin typeface="Poppins" panose="020B0604020202020204" charset="0"/>
                <a:cs typeface="Poppins" panose="020B0604020202020204" charset="0"/>
              </a:rPr>
              <a:t>2</a:t>
            </a:r>
            <a:r>
              <a:rPr sz="1900" b="1" dirty="0">
                <a:solidFill>
                  <a:srgbClr val="565555"/>
                </a:solidFill>
                <a:latin typeface="Poppins" panose="020B0604020202020204" charset="0"/>
                <a:cs typeface="Poppins" panose="020B0604020202020204" charset="0"/>
              </a:rPr>
              <a:t>:</a:t>
            </a:r>
            <a:endParaRPr sz="1900" b="1" dirty="0">
              <a:latin typeface="Poppins" panose="020B0604020202020204" charset="0"/>
              <a:cs typeface="Poppins" panose="020B0604020202020204" charset="0"/>
            </a:endParaRPr>
          </a:p>
          <a:p>
            <a:r>
              <a:rPr lang="pt-BR" sz="1900" b="1" dirty="0">
                <a:latin typeface="Poppins" panose="020B0604020202020204" charset="0"/>
                <a:cs typeface="Poppins" panose="020B0604020202020204" charset="0"/>
              </a:rPr>
              <a:t>Orientações de SSMA – Segurança Saúde e Meio Ambiente</a:t>
            </a:r>
          </a:p>
        </p:txBody>
      </p:sp>
      <p:sp>
        <p:nvSpPr>
          <p:cNvPr id="8" name="object 33">
            <a:extLst>
              <a:ext uri="{FF2B5EF4-FFF2-40B4-BE49-F238E27FC236}">
                <a16:creationId xmlns:a16="http://schemas.microsoft.com/office/drawing/2014/main" id="{9D8F6EE4-6F4D-383F-7A2E-E6B7FB94F71E}"/>
              </a:ext>
            </a:extLst>
          </p:cNvPr>
          <p:cNvSpPr/>
          <p:nvPr/>
        </p:nvSpPr>
        <p:spPr>
          <a:xfrm>
            <a:off x="1581086" y="1636354"/>
            <a:ext cx="617855" cy="618490"/>
          </a:xfrm>
          <a:custGeom>
            <a:avLst/>
            <a:gdLst/>
            <a:ahLst/>
            <a:cxnLst/>
            <a:rect l="l" t="t" r="r" b="b"/>
            <a:pathLst>
              <a:path w="617855" h="618489">
                <a:moveTo>
                  <a:pt x="557030" y="0"/>
                </a:moveTo>
                <a:lnTo>
                  <a:pt x="60773" y="0"/>
                </a:lnTo>
                <a:lnTo>
                  <a:pt x="37119" y="4775"/>
                </a:lnTo>
                <a:lnTo>
                  <a:pt x="17801" y="17797"/>
                </a:lnTo>
                <a:lnTo>
                  <a:pt x="4776" y="37115"/>
                </a:lnTo>
                <a:lnTo>
                  <a:pt x="0" y="60773"/>
                </a:lnTo>
                <a:lnTo>
                  <a:pt x="0" y="557113"/>
                </a:lnTo>
                <a:lnTo>
                  <a:pt x="4776" y="580767"/>
                </a:lnTo>
                <a:lnTo>
                  <a:pt x="17801" y="600085"/>
                </a:lnTo>
                <a:lnTo>
                  <a:pt x="37119" y="613110"/>
                </a:lnTo>
                <a:lnTo>
                  <a:pt x="60773" y="617886"/>
                </a:lnTo>
                <a:lnTo>
                  <a:pt x="557030" y="617886"/>
                </a:lnTo>
                <a:lnTo>
                  <a:pt x="580682" y="613110"/>
                </a:lnTo>
                <a:lnTo>
                  <a:pt x="599996" y="600085"/>
                </a:lnTo>
                <a:lnTo>
                  <a:pt x="613017" y="580767"/>
                </a:lnTo>
                <a:lnTo>
                  <a:pt x="617792" y="557113"/>
                </a:lnTo>
                <a:lnTo>
                  <a:pt x="617792" y="60773"/>
                </a:lnTo>
                <a:lnTo>
                  <a:pt x="613017" y="37115"/>
                </a:lnTo>
                <a:lnTo>
                  <a:pt x="599996" y="17797"/>
                </a:lnTo>
                <a:lnTo>
                  <a:pt x="580682" y="4775"/>
                </a:lnTo>
                <a:lnTo>
                  <a:pt x="557030" y="0"/>
                </a:lnTo>
                <a:close/>
              </a:path>
            </a:pathLst>
          </a:custGeom>
          <a:solidFill>
            <a:srgbClr val="A6A2A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4">
            <a:extLst>
              <a:ext uri="{FF2B5EF4-FFF2-40B4-BE49-F238E27FC236}">
                <a16:creationId xmlns:a16="http://schemas.microsoft.com/office/drawing/2014/main" id="{B262390A-CA74-B67B-0693-AF190B5D0AF8}"/>
              </a:ext>
            </a:extLst>
          </p:cNvPr>
          <p:cNvSpPr/>
          <p:nvPr/>
        </p:nvSpPr>
        <p:spPr>
          <a:xfrm>
            <a:off x="2539186" y="3947523"/>
            <a:ext cx="0" cy="5895340"/>
          </a:xfrm>
          <a:custGeom>
            <a:avLst/>
            <a:gdLst/>
            <a:ahLst/>
            <a:cxnLst/>
            <a:rect l="l" t="t" r="r" b="b"/>
            <a:pathLst>
              <a:path h="5895340">
                <a:moveTo>
                  <a:pt x="0" y="0"/>
                </a:moveTo>
                <a:lnTo>
                  <a:pt x="0" y="5895108"/>
                </a:lnTo>
              </a:path>
            </a:pathLst>
          </a:custGeom>
          <a:ln w="31412">
            <a:solidFill>
              <a:srgbClr val="9B100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BFE36CF-B0A4-03C4-F3FB-08F8EC7228A7}"/>
              </a:ext>
            </a:extLst>
          </p:cNvPr>
          <p:cNvSpPr txBox="1"/>
          <p:nvPr/>
        </p:nvSpPr>
        <p:spPr>
          <a:xfrm>
            <a:off x="3117850" y="4222294"/>
            <a:ext cx="854727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O que é:</a:t>
            </a:r>
          </a:p>
          <a:p>
            <a:endParaRPr lang="pt-BR" sz="2000" b="1" dirty="0">
              <a:solidFill>
                <a:srgbClr val="565555"/>
              </a:solidFill>
              <a:latin typeface="Poppins" pitchFamily="2" charset="77"/>
              <a:cs typeface="Poppins" pitchFamily="2" charset="77"/>
            </a:endParaRPr>
          </a:p>
          <a:p>
            <a:r>
              <a:rPr lang="pt-BR" sz="200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orientação para empresas prestadoras de serviços sobre as exigências e os controles operacionais que devem ser adotados para a realização de atividades que envolvam perigos ocupacionais e/ou ambientais nas instalações do Grupo Boticário.</a:t>
            </a:r>
          </a:p>
          <a:p>
            <a:endParaRPr lang="pt-BR" sz="2000" dirty="0">
              <a:solidFill>
                <a:srgbClr val="565555"/>
              </a:solidFill>
              <a:latin typeface="Poppins" pitchFamily="2" charset="77"/>
              <a:cs typeface="Poppins" pitchFamily="2" charset="77"/>
            </a:endParaRPr>
          </a:p>
          <a:p>
            <a:r>
              <a:rPr lang="pt-BR" sz="2000" b="1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Atenção: questões de Saúde, Segurança e Meio Ambiente são tratadas no GB como mandatórias e devem ser tratados de maneira prioritária.</a:t>
            </a:r>
          </a:p>
          <a:p>
            <a:endParaRPr lang="pt-BR" sz="2000" b="1" dirty="0">
              <a:solidFill>
                <a:srgbClr val="565555"/>
              </a:solidFill>
              <a:latin typeface="Poppins" pitchFamily="2" charset="77"/>
              <a:cs typeface="Poppins" pitchFamily="2" charset="77"/>
            </a:endParaRPr>
          </a:p>
          <a:p>
            <a:pPr lvl="1"/>
            <a:r>
              <a:rPr lang="pt-BR" sz="2000" b="1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Saúde: </a:t>
            </a:r>
            <a:r>
              <a:rPr lang="pt-BR" sz="200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bem estar dos colaboradores através de condições de trabalho condizentes com as recomendações das Normas</a:t>
            </a:r>
          </a:p>
          <a:p>
            <a:pPr lvl="1"/>
            <a:r>
              <a:rPr lang="pt-BR" sz="2000" b="1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Segurança</a:t>
            </a:r>
            <a:r>
              <a:rPr lang="pt-BR" sz="200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: acidente zero! </a:t>
            </a:r>
          </a:p>
          <a:p>
            <a:pPr lvl="1"/>
            <a:r>
              <a:rPr lang="pt-BR" sz="2000" b="1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Meio Ambiente</a:t>
            </a:r>
            <a:r>
              <a:rPr lang="pt-BR" sz="200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: impactos ambientais, contaminação e aterro zero!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D805436F-2034-4556-949E-5664FC5E5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9155" y="1296430"/>
            <a:ext cx="5573841" cy="78517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91788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/>
          <p:nvPr/>
        </p:nvSpPr>
        <p:spPr>
          <a:xfrm>
            <a:off x="4583867" y="0"/>
            <a:ext cx="7085965" cy="2875915"/>
          </a:xfrm>
          <a:custGeom>
            <a:avLst/>
            <a:gdLst/>
            <a:ahLst/>
            <a:cxnLst/>
            <a:rect l="l" t="t" r="r" b="b"/>
            <a:pathLst>
              <a:path w="7085965" h="2875915">
                <a:moveTo>
                  <a:pt x="7085864" y="0"/>
                </a:moveTo>
                <a:lnTo>
                  <a:pt x="0" y="0"/>
                </a:lnTo>
                <a:lnTo>
                  <a:pt x="2911714" y="2553198"/>
                </a:lnTo>
                <a:lnTo>
                  <a:pt x="2946127" y="2582319"/>
                </a:lnTo>
                <a:lnTo>
                  <a:pt x="2981322" y="2610035"/>
                </a:lnTo>
                <a:lnTo>
                  <a:pt x="3017267" y="2636350"/>
                </a:lnTo>
                <a:lnTo>
                  <a:pt x="3053931" y="2661269"/>
                </a:lnTo>
                <a:lnTo>
                  <a:pt x="3091283" y="2684795"/>
                </a:lnTo>
                <a:lnTo>
                  <a:pt x="3129291" y="2706932"/>
                </a:lnTo>
                <a:lnTo>
                  <a:pt x="3167924" y="2727684"/>
                </a:lnTo>
                <a:lnTo>
                  <a:pt x="3207151" y="2747055"/>
                </a:lnTo>
                <a:lnTo>
                  <a:pt x="3246941" y="2765048"/>
                </a:lnTo>
                <a:lnTo>
                  <a:pt x="3287263" y="2781667"/>
                </a:lnTo>
                <a:lnTo>
                  <a:pt x="3328084" y="2796917"/>
                </a:lnTo>
                <a:lnTo>
                  <a:pt x="3369374" y="2810801"/>
                </a:lnTo>
                <a:lnTo>
                  <a:pt x="3411102" y="2823323"/>
                </a:lnTo>
                <a:lnTo>
                  <a:pt x="3453237" y="2834487"/>
                </a:lnTo>
                <a:lnTo>
                  <a:pt x="3495746" y="2844297"/>
                </a:lnTo>
                <a:lnTo>
                  <a:pt x="3538600" y="2852756"/>
                </a:lnTo>
                <a:lnTo>
                  <a:pt x="3581766" y="2859868"/>
                </a:lnTo>
                <a:lnTo>
                  <a:pt x="3625213" y="2865638"/>
                </a:lnTo>
                <a:lnTo>
                  <a:pt x="3668910" y="2870068"/>
                </a:lnTo>
                <a:lnTo>
                  <a:pt x="3712827" y="2873164"/>
                </a:lnTo>
                <a:lnTo>
                  <a:pt x="3756930" y="2874928"/>
                </a:lnTo>
                <a:lnTo>
                  <a:pt x="3801191" y="2875365"/>
                </a:lnTo>
                <a:lnTo>
                  <a:pt x="3845576" y="2874479"/>
                </a:lnTo>
                <a:lnTo>
                  <a:pt x="3890055" y="2872273"/>
                </a:lnTo>
                <a:lnTo>
                  <a:pt x="3934596" y="2868750"/>
                </a:lnTo>
                <a:lnTo>
                  <a:pt x="3979169" y="2863916"/>
                </a:lnTo>
                <a:lnTo>
                  <a:pt x="4023741" y="2857774"/>
                </a:lnTo>
                <a:lnTo>
                  <a:pt x="4068283" y="2850328"/>
                </a:lnTo>
                <a:lnTo>
                  <a:pt x="4112762" y="2841581"/>
                </a:lnTo>
                <a:lnTo>
                  <a:pt x="4157147" y="2831537"/>
                </a:lnTo>
                <a:lnTo>
                  <a:pt x="4201407" y="2820201"/>
                </a:lnTo>
                <a:lnTo>
                  <a:pt x="4245511" y="2807576"/>
                </a:lnTo>
                <a:lnTo>
                  <a:pt x="4289427" y="2793666"/>
                </a:lnTo>
                <a:lnTo>
                  <a:pt x="4333124" y="2778475"/>
                </a:lnTo>
                <a:lnTo>
                  <a:pt x="4376571" y="2762006"/>
                </a:lnTo>
                <a:lnTo>
                  <a:pt x="4419737" y="2744264"/>
                </a:lnTo>
                <a:lnTo>
                  <a:pt x="4462591" y="2725252"/>
                </a:lnTo>
                <a:lnTo>
                  <a:pt x="4505100" y="2704974"/>
                </a:lnTo>
                <a:lnTo>
                  <a:pt x="4547235" y="2683435"/>
                </a:lnTo>
                <a:lnTo>
                  <a:pt x="4588963" y="2660637"/>
                </a:lnTo>
                <a:lnTo>
                  <a:pt x="4630253" y="2636586"/>
                </a:lnTo>
                <a:lnTo>
                  <a:pt x="4671075" y="2611283"/>
                </a:lnTo>
                <a:lnTo>
                  <a:pt x="4711396" y="2584735"/>
                </a:lnTo>
                <a:lnTo>
                  <a:pt x="4751186" y="2556943"/>
                </a:lnTo>
                <a:lnTo>
                  <a:pt x="4790413" y="2527913"/>
                </a:lnTo>
                <a:lnTo>
                  <a:pt x="4829046" y="2497648"/>
                </a:lnTo>
                <a:lnTo>
                  <a:pt x="4867055" y="2466151"/>
                </a:lnTo>
                <a:lnTo>
                  <a:pt x="4904406" y="2433428"/>
                </a:lnTo>
                <a:lnTo>
                  <a:pt x="4941070" y="2399481"/>
                </a:lnTo>
                <a:lnTo>
                  <a:pt x="4977015" y="2364314"/>
                </a:lnTo>
                <a:lnTo>
                  <a:pt x="5012210" y="2327931"/>
                </a:lnTo>
                <a:lnTo>
                  <a:pt x="5046623" y="2290337"/>
                </a:lnTo>
                <a:lnTo>
                  <a:pt x="7085864" y="0"/>
                </a:lnTo>
                <a:close/>
              </a:path>
            </a:pathLst>
          </a:custGeom>
          <a:solidFill>
            <a:srgbClr val="75160F">
              <a:alpha val="56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707558" y="0"/>
            <a:ext cx="7397115" cy="3513454"/>
          </a:xfrm>
          <a:custGeom>
            <a:avLst/>
            <a:gdLst/>
            <a:ahLst/>
            <a:cxnLst/>
            <a:rect l="l" t="t" r="r" b="b"/>
            <a:pathLst>
              <a:path w="7397115" h="3513454">
                <a:moveTo>
                  <a:pt x="7396541" y="0"/>
                </a:moveTo>
                <a:lnTo>
                  <a:pt x="0" y="0"/>
                </a:lnTo>
                <a:lnTo>
                  <a:pt x="3510548" y="3078301"/>
                </a:lnTo>
                <a:lnTo>
                  <a:pt x="3544937" y="3107669"/>
                </a:lnTo>
                <a:lnTo>
                  <a:pt x="3579915" y="3135991"/>
                </a:lnTo>
                <a:lnTo>
                  <a:pt x="3615463" y="3163269"/>
                </a:lnTo>
                <a:lnTo>
                  <a:pt x="3651564" y="3189505"/>
                </a:lnTo>
                <a:lnTo>
                  <a:pt x="3688202" y="3214700"/>
                </a:lnTo>
                <a:lnTo>
                  <a:pt x="3725358" y="3238858"/>
                </a:lnTo>
                <a:lnTo>
                  <a:pt x="3763015" y="3261980"/>
                </a:lnTo>
                <a:lnTo>
                  <a:pt x="3801157" y="3284069"/>
                </a:lnTo>
                <a:lnTo>
                  <a:pt x="3839765" y="3305126"/>
                </a:lnTo>
                <a:lnTo>
                  <a:pt x="3878824" y="3325153"/>
                </a:lnTo>
                <a:lnTo>
                  <a:pt x="3918314" y="3344154"/>
                </a:lnTo>
                <a:lnTo>
                  <a:pt x="3958219" y="3362129"/>
                </a:lnTo>
                <a:lnTo>
                  <a:pt x="3998522" y="3379082"/>
                </a:lnTo>
                <a:lnTo>
                  <a:pt x="4039206" y="3395013"/>
                </a:lnTo>
                <a:lnTo>
                  <a:pt x="4080252" y="3409926"/>
                </a:lnTo>
                <a:lnTo>
                  <a:pt x="4121645" y="3423822"/>
                </a:lnTo>
                <a:lnTo>
                  <a:pt x="4163366" y="3436704"/>
                </a:lnTo>
                <a:lnTo>
                  <a:pt x="4205398" y="3448574"/>
                </a:lnTo>
                <a:lnTo>
                  <a:pt x="4247724" y="3459433"/>
                </a:lnTo>
                <a:lnTo>
                  <a:pt x="4290326" y="3469284"/>
                </a:lnTo>
                <a:lnTo>
                  <a:pt x="4333188" y="3478130"/>
                </a:lnTo>
                <a:lnTo>
                  <a:pt x="4376293" y="3485971"/>
                </a:lnTo>
                <a:lnTo>
                  <a:pt x="4419621" y="3492811"/>
                </a:lnTo>
                <a:lnTo>
                  <a:pt x="4463158" y="3498651"/>
                </a:lnTo>
                <a:lnTo>
                  <a:pt x="4506884" y="3503494"/>
                </a:lnTo>
                <a:lnTo>
                  <a:pt x="4550784" y="3507342"/>
                </a:lnTo>
                <a:lnTo>
                  <a:pt x="4594839" y="3510197"/>
                </a:lnTo>
                <a:lnTo>
                  <a:pt x="4639033" y="3512060"/>
                </a:lnTo>
                <a:lnTo>
                  <a:pt x="4683347" y="3512935"/>
                </a:lnTo>
                <a:lnTo>
                  <a:pt x="4727765" y="3512822"/>
                </a:lnTo>
                <a:lnTo>
                  <a:pt x="4772270" y="3511726"/>
                </a:lnTo>
                <a:lnTo>
                  <a:pt x="4816844" y="3509646"/>
                </a:lnTo>
                <a:lnTo>
                  <a:pt x="4861469" y="3506586"/>
                </a:lnTo>
                <a:lnTo>
                  <a:pt x="4906130" y="3502548"/>
                </a:lnTo>
                <a:lnTo>
                  <a:pt x="4950807" y="3497534"/>
                </a:lnTo>
                <a:lnTo>
                  <a:pt x="4995485" y="3491546"/>
                </a:lnTo>
                <a:lnTo>
                  <a:pt x="5040145" y="3484586"/>
                </a:lnTo>
                <a:lnTo>
                  <a:pt x="5084771" y="3476656"/>
                </a:lnTo>
                <a:lnTo>
                  <a:pt x="5129345" y="3467759"/>
                </a:lnTo>
                <a:lnTo>
                  <a:pt x="5173849" y="3457896"/>
                </a:lnTo>
                <a:lnTo>
                  <a:pt x="5218268" y="3447070"/>
                </a:lnTo>
                <a:lnTo>
                  <a:pt x="5262582" y="3435283"/>
                </a:lnTo>
                <a:lnTo>
                  <a:pt x="5306776" y="3422536"/>
                </a:lnTo>
                <a:lnTo>
                  <a:pt x="5350831" y="3408833"/>
                </a:lnTo>
                <a:lnTo>
                  <a:pt x="5394730" y="3394174"/>
                </a:lnTo>
                <a:lnTo>
                  <a:pt x="5438457" y="3378563"/>
                </a:lnTo>
                <a:lnTo>
                  <a:pt x="5481993" y="3362002"/>
                </a:lnTo>
                <a:lnTo>
                  <a:pt x="5525322" y="3344492"/>
                </a:lnTo>
                <a:lnTo>
                  <a:pt x="5568426" y="3326035"/>
                </a:lnTo>
                <a:lnTo>
                  <a:pt x="5611288" y="3306635"/>
                </a:lnTo>
                <a:lnTo>
                  <a:pt x="5653891" y="3286292"/>
                </a:lnTo>
                <a:lnTo>
                  <a:pt x="5696217" y="3265010"/>
                </a:lnTo>
                <a:lnTo>
                  <a:pt x="5738249" y="3242789"/>
                </a:lnTo>
                <a:lnTo>
                  <a:pt x="5779970" y="3219633"/>
                </a:lnTo>
                <a:lnTo>
                  <a:pt x="5821362" y="3195544"/>
                </a:lnTo>
                <a:lnTo>
                  <a:pt x="5862409" y="3170523"/>
                </a:lnTo>
                <a:lnTo>
                  <a:pt x="5903092" y="3144572"/>
                </a:lnTo>
                <a:lnTo>
                  <a:pt x="5943395" y="3117695"/>
                </a:lnTo>
                <a:lnTo>
                  <a:pt x="5983301" y="3089892"/>
                </a:lnTo>
                <a:lnTo>
                  <a:pt x="6022791" y="3061167"/>
                </a:lnTo>
                <a:lnTo>
                  <a:pt x="6061849" y="3031521"/>
                </a:lnTo>
                <a:lnTo>
                  <a:pt x="6100458" y="3000956"/>
                </a:lnTo>
                <a:lnTo>
                  <a:pt x="6138599" y="2969474"/>
                </a:lnTo>
                <a:lnTo>
                  <a:pt x="6176257" y="2937078"/>
                </a:lnTo>
                <a:lnTo>
                  <a:pt x="6213413" y="2903770"/>
                </a:lnTo>
                <a:lnTo>
                  <a:pt x="6250051" y="2869552"/>
                </a:lnTo>
                <a:lnTo>
                  <a:pt x="6286152" y="2834426"/>
                </a:lnTo>
                <a:lnTo>
                  <a:pt x="6321700" y="2798394"/>
                </a:lnTo>
                <a:lnTo>
                  <a:pt x="6356678" y="2761458"/>
                </a:lnTo>
                <a:lnTo>
                  <a:pt x="6391067" y="2723621"/>
                </a:lnTo>
                <a:lnTo>
                  <a:pt x="7396541" y="1594342"/>
                </a:lnTo>
                <a:lnTo>
                  <a:pt x="7396541" y="0"/>
                </a:lnTo>
                <a:close/>
              </a:path>
            </a:pathLst>
          </a:custGeom>
          <a:solidFill>
            <a:srgbClr val="75160F">
              <a:alpha val="56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658308" y="11254031"/>
            <a:ext cx="66675" cy="54610"/>
          </a:xfrm>
          <a:custGeom>
            <a:avLst/>
            <a:gdLst/>
            <a:ahLst/>
            <a:cxnLst/>
            <a:rect l="l" t="t" r="r" b="b"/>
            <a:pathLst>
              <a:path w="66675" h="54609">
                <a:moveTo>
                  <a:pt x="47805" y="0"/>
                </a:moveTo>
                <a:lnTo>
                  <a:pt x="0" y="54524"/>
                </a:lnTo>
                <a:lnTo>
                  <a:pt x="33211" y="54524"/>
                </a:lnTo>
                <a:lnTo>
                  <a:pt x="66581" y="16464"/>
                </a:lnTo>
                <a:lnTo>
                  <a:pt x="47805" y="0"/>
                </a:lnTo>
                <a:close/>
              </a:path>
            </a:pathLst>
          </a:custGeom>
          <a:solidFill>
            <a:srgbClr val="FFFFFF">
              <a:alpha val="3699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9927067" y="950136"/>
            <a:ext cx="177165" cy="1419860"/>
          </a:xfrm>
          <a:custGeom>
            <a:avLst/>
            <a:gdLst/>
            <a:ahLst/>
            <a:cxnLst/>
            <a:rect l="l" t="t" r="r" b="b"/>
            <a:pathLst>
              <a:path w="177165" h="1419860">
                <a:moveTo>
                  <a:pt x="177033" y="0"/>
                </a:moveTo>
                <a:lnTo>
                  <a:pt x="147164" y="62417"/>
                </a:lnTo>
                <a:lnTo>
                  <a:pt x="128197" y="106043"/>
                </a:lnTo>
                <a:lnTo>
                  <a:pt x="110537" y="149945"/>
                </a:lnTo>
                <a:lnTo>
                  <a:pt x="94185" y="194093"/>
                </a:lnTo>
                <a:lnTo>
                  <a:pt x="79142" y="238454"/>
                </a:lnTo>
                <a:lnTo>
                  <a:pt x="65406" y="282999"/>
                </a:lnTo>
                <a:lnTo>
                  <a:pt x="52979" y="327695"/>
                </a:lnTo>
                <a:lnTo>
                  <a:pt x="41860" y="372511"/>
                </a:lnTo>
                <a:lnTo>
                  <a:pt x="32049" y="417416"/>
                </a:lnTo>
                <a:lnTo>
                  <a:pt x="23546" y="462379"/>
                </a:lnTo>
                <a:lnTo>
                  <a:pt x="16351" y="507369"/>
                </a:lnTo>
                <a:lnTo>
                  <a:pt x="10465" y="552354"/>
                </a:lnTo>
                <a:lnTo>
                  <a:pt x="5886" y="597302"/>
                </a:lnTo>
                <a:lnTo>
                  <a:pt x="2616" y="642184"/>
                </a:lnTo>
                <a:lnTo>
                  <a:pt x="654" y="686967"/>
                </a:lnTo>
                <a:lnTo>
                  <a:pt x="0" y="731620"/>
                </a:lnTo>
                <a:lnTo>
                  <a:pt x="654" y="776112"/>
                </a:lnTo>
                <a:lnTo>
                  <a:pt x="2616" y="820412"/>
                </a:lnTo>
                <a:lnTo>
                  <a:pt x="5886" y="864488"/>
                </a:lnTo>
                <a:lnTo>
                  <a:pt x="10465" y="908310"/>
                </a:lnTo>
                <a:lnTo>
                  <a:pt x="16351" y="951845"/>
                </a:lnTo>
                <a:lnTo>
                  <a:pt x="23546" y="995063"/>
                </a:lnTo>
                <a:lnTo>
                  <a:pt x="32049" y="1037932"/>
                </a:lnTo>
                <a:lnTo>
                  <a:pt x="41860" y="1080422"/>
                </a:lnTo>
                <a:lnTo>
                  <a:pt x="52979" y="1122500"/>
                </a:lnTo>
                <a:lnTo>
                  <a:pt x="65406" y="1164136"/>
                </a:lnTo>
                <a:lnTo>
                  <a:pt x="79142" y="1205298"/>
                </a:lnTo>
                <a:lnTo>
                  <a:pt x="94185" y="1245955"/>
                </a:lnTo>
                <a:lnTo>
                  <a:pt x="110537" y="1286076"/>
                </a:lnTo>
                <a:lnTo>
                  <a:pt x="128197" y="1325630"/>
                </a:lnTo>
                <a:lnTo>
                  <a:pt x="147164" y="1364584"/>
                </a:lnTo>
                <a:lnTo>
                  <a:pt x="167440" y="1402909"/>
                </a:lnTo>
                <a:lnTo>
                  <a:pt x="177033" y="1419647"/>
                </a:lnTo>
                <a:lnTo>
                  <a:pt x="177033" y="0"/>
                </a:lnTo>
                <a:close/>
              </a:path>
            </a:pathLst>
          </a:custGeom>
          <a:solidFill>
            <a:srgbClr val="75160F">
              <a:alpha val="56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9">
            <a:extLst>
              <a:ext uri="{FF2B5EF4-FFF2-40B4-BE49-F238E27FC236}">
                <a16:creationId xmlns:a16="http://schemas.microsoft.com/office/drawing/2014/main" id="{03059DC8-5567-1E4F-0D88-70A4828844C9}"/>
              </a:ext>
            </a:extLst>
          </p:cNvPr>
          <p:cNvSpPr txBox="1">
            <a:spLocks/>
          </p:cNvSpPr>
          <p:nvPr/>
        </p:nvSpPr>
        <p:spPr>
          <a:xfrm>
            <a:off x="5863048" y="4901584"/>
            <a:ext cx="8378004" cy="75469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>
            <a:lvl1pPr>
              <a:defRPr sz="3850" b="1" i="0">
                <a:solidFill>
                  <a:srgbClr val="565555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algn="ctr">
              <a:spcBef>
                <a:spcPts val="125"/>
              </a:spcBef>
            </a:pPr>
            <a:r>
              <a:rPr lang="pt-BR" sz="4800" kern="0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Outras </a:t>
            </a:r>
            <a:r>
              <a:rPr lang="pt-BR" sz="4800" kern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páginas modelo</a:t>
            </a:r>
            <a:endParaRPr lang="pt-BR" sz="4800" kern="0" dirty="0"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55051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D815D2CB-D779-BD65-AF27-82381662E9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60908" y="4121459"/>
            <a:ext cx="10584140" cy="5106875"/>
          </a:xfrm>
          <a:prstGeom prst="rect">
            <a:avLst/>
          </a:prstGeom>
        </p:spPr>
      </p:pic>
      <p:grpSp>
        <p:nvGrpSpPr>
          <p:cNvPr id="3" name="object 9">
            <a:extLst>
              <a:ext uri="{FF2B5EF4-FFF2-40B4-BE49-F238E27FC236}">
                <a16:creationId xmlns:a16="http://schemas.microsoft.com/office/drawing/2014/main" id="{A21EF8E0-C0B4-8F52-31DE-4491169EBDDB}"/>
              </a:ext>
            </a:extLst>
          </p:cNvPr>
          <p:cNvGrpSpPr/>
          <p:nvPr/>
        </p:nvGrpSpPr>
        <p:grpSpPr>
          <a:xfrm>
            <a:off x="0" y="2764313"/>
            <a:ext cx="20104100" cy="8544560"/>
            <a:chOff x="0" y="2764313"/>
            <a:chExt cx="20104100" cy="8544560"/>
          </a:xfrm>
        </p:grpSpPr>
        <p:sp>
          <p:nvSpPr>
            <p:cNvPr id="4" name="object 10">
              <a:extLst>
                <a:ext uri="{FF2B5EF4-FFF2-40B4-BE49-F238E27FC236}">
                  <a16:creationId xmlns:a16="http://schemas.microsoft.com/office/drawing/2014/main" id="{3E8BBF7B-1075-7847-8B35-B40C7AC3F319}"/>
                </a:ext>
              </a:extLst>
            </p:cNvPr>
            <p:cNvSpPr/>
            <p:nvPr/>
          </p:nvSpPr>
          <p:spPr>
            <a:xfrm>
              <a:off x="2324536" y="11130551"/>
              <a:ext cx="17780000" cy="178435"/>
            </a:xfrm>
            <a:custGeom>
              <a:avLst/>
              <a:gdLst/>
              <a:ahLst/>
              <a:cxnLst/>
              <a:rect l="l" t="t" r="r" b="b"/>
              <a:pathLst>
                <a:path w="17780000" h="178434">
                  <a:moveTo>
                    <a:pt x="0" y="178005"/>
                  </a:moveTo>
                  <a:lnTo>
                    <a:pt x="17779563" y="178005"/>
                  </a:lnTo>
                  <a:lnTo>
                    <a:pt x="17779563" y="0"/>
                  </a:lnTo>
                  <a:lnTo>
                    <a:pt x="0" y="0"/>
                  </a:lnTo>
                  <a:lnTo>
                    <a:pt x="0" y="178005"/>
                  </a:lnTo>
                  <a:close/>
                </a:path>
              </a:pathLst>
            </a:custGeom>
            <a:solidFill>
              <a:srgbClr val="A6A2A3">
                <a:alpha val="25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11">
              <a:extLst>
                <a:ext uri="{FF2B5EF4-FFF2-40B4-BE49-F238E27FC236}">
                  <a16:creationId xmlns:a16="http://schemas.microsoft.com/office/drawing/2014/main" id="{856EA5A0-0720-BBDE-65B1-492E57304FD7}"/>
                </a:ext>
              </a:extLst>
            </p:cNvPr>
            <p:cNvSpPr/>
            <p:nvPr/>
          </p:nvSpPr>
          <p:spPr>
            <a:xfrm>
              <a:off x="0" y="2764313"/>
              <a:ext cx="2324735" cy="8544560"/>
            </a:xfrm>
            <a:custGeom>
              <a:avLst/>
              <a:gdLst/>
              <a:ahLst/>
              <a:cxnLst/>
              <a:rect l="l" t="t" r="r" b="b"/>
              <a:pathLst>
                <a:path w="2324735" h="8544560">
                  <a:moveTo>
                    <a:pt x="2324536" y="0"/>
                  </a:moveTo>
                  <a:lnTo>
                    <a:pt x="0" y="0"/>
                  </a:lnTo>
                  <a:lnTo>
                    <a:pt x="0" y="8544242"/>
                  </a:lnTo>
                  <a:lnTo>
                    <a:pt x="2324536" y="8544242"/>
                  </a:lnTo>
                  <a:lnTo>
                    <a:pt x="2324536" y="0"/>
                  </a:lnTo>
                  <a:close/>
                </a:path>
              </a:pathLst>
            </a:custGeom>
            <a:solidFill>
              <a:srgbClr val="9B10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12">
            <a:extLst>
              <a:ext uri="{FF2B5EF4-FFF2-40B4-BE49-F238E27FC236}">
                <a16:creationId xmlns:a16="http://schemas.microsoft.com/office/drawing/2014/main" id="{DCC18856-D1E5-2D95-DDB5-86D7F2ED641C}"/>
              </a:ext>
            </a:extLst>
          </p:cNvPr>
          <p:cNvSpPr/>
          <p:nvPr/>
        </p:nvSpPr>
        <p:spPr>
          <a:xfrm>
            <a:off x="1165974" y="1344199"/>
            <a:ext cx="8320405" cy="705485"/>
          </a:xfrm>
          <a:custGeom>
            <a:avLst/>
            <a:gdLst/>
            <a:ahLst/>
            <a:cxnLst/>
            <a:rect l="l" t="t" r="r" b="b"/>
            <a:pathLst>
              <a:path w="8320405" h="705485">
                <a:moveTo>
                  <a:pt x="8320280" y="0"/>
                </a:moveTo>
                <a:lnTo>
                  <a:pt x="0" y="0"/>
                </a:lnTo>
                <a:lnTo>
                  <a:pt x="0" y="704920"/>
                </a:lnTo>
                <a:lnTo>
                  <a:pt x="8320280" y="704920"/>
                </a:lnTo>
                <a:lnTo>
                  <a:pt x="832028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13">
            <a:extLst>
              <a:ext uri="{FF2B5EF4-FFF2-40B4-BE49-F238E27FC236}">
                <a16:creationId xmlns:a16="http://schemas.microsoft.com/office/drawing/2014/main" id="{68EC2ADA-1310-C387-188F-65B00A91AE94}"/>
              </a:ext>
            </a:extLst>
          </p:cNvPr>
          <p:cNvGrpSpPr/>
          <p:nvPr/>
        </p:nvGrpSpPr>
        <p:grpSpPr>
          <a:xfrm>
            <a:off x="1165974" y="2045686"/>
            <a:ext cx="8320405" cy="577850"/>
            <a:chOff x="1165974" y="2045686"/>
            <a:chExt cx="8320405" cy="577850"/>
          </a:xfrm>
        </p:grpSpPr>
        <p:sp>
          <p:nvSpPr>
            <p:cNvPr id="8" name="object 14">
              <a:extLst>
                <a:ext uri="{FF2B5EF4-FFF2-40B4-BE49-F238E27FC236}">
                  <a16:creationId xmlns:a16="http://schemas.microsoft.com/office/drawing/2014/main" id="{93987F03-C4D1-D986-4C8A-471AE43679FC}"/>
                </a:ext>
              </a:extLst>
            </p:cNvPr>
            <p:cNvSpPr/>
            <p:nvPr/>
          </p:nvSpPr>
          <p:spPr>
            <a:xfrm>
              <a:off x="1165974" y="2045696"/>
              <a:ext cx="8320405" cy="261620"/>
            </a:xfrm>
            <a:custGeom>
              <a:avLst/>
              <a:gdLst/>
              <a:ahLst/>
              <a:cxnLst/>
              <a:rect l="l" t="t" r="r" b="b"/>
              <a:pathLst>
                <a:path w="8320405" h="261619">
                  <a:moveTo>
                    <a:pt x="8320278" y="0"/>
                  </a:moveTo>
                  <a:lnTo>
                    <a:pt x="0" y="0"/>
                  </a:lnTo>
                  <a:lnTo>
                    <a:pt x="0" y="257975"/>
                  </a:lnTo>
                  <a:lnTo>
                    <a:pt x="0" y="261404"/>
                  </a:lnTo>
                  <a:lnTo>
                    <a:pt x="3654958" y="261404"/>
                  </a:lnTo>
                  <a:lnTo>
                    <a:pt x="3654958" y="257975"/>
                  </a:lnTo>
                  <a:lnTo>
                    <a:pt x="8320278" y="257975"/>
                  </a:lnTo>
                  <a:lnTo>
                    <a:pt x="8320278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15">
              <a:extLst>
                <a:ext uri="{FF2B5EF4-FFF2-40B4-BE49-F238E27FC236}">
                  <a16:creationId xmlns:a16="http://schemas.microsoft.com/office/drawing/2014/main" id="{E236F97E-45D9-2D6B-FF80-D5C577FB8F67}"/>
                </a:ext>
              </a:extLst>
            </p:cNvPr>
            <p:cNvSpPr/>
            <p:nvPr/>
          </p:nvSpPr>
          <p:spPr>
            <a:xfrm>
              <a:off x="1165974" y="2303671"/>
              <a:ext cx="8320405" cy="137795"/>
            </a:xfrm>
            <a:custGeom>
              <a:avLst/>
              <a:gdLst/>
              <a:ahLst/>
              <a:cxnLst/>
              <a:rect l="l" t="t" r="r" b="b"/>
              <a:pathLst>
                <a:path w="8320405" h="137794">
                  <a:moveTo>
                    <a:pt x="8320278" y="0"/>
                  </a:moveTo>
                  <a:lnTo>
                    <a:pt x="3659606" y="0"/>
                  </a:lnTo>
                  <a:lnTo>
                    <a:pt x="3654958" y="0"/>
                  </a:lnTo>
                  <a:lnTo>
                    <a:pt x="0" y="0"/>
                  </a:lnTo>
                  <a:lnTo>
                    <a:pt x="0" y="137566"/>
                  </a:lnTo>
                  <a:lnTo>
                    <a:pt x="3654958" y="137566"/>
                  </a:lnTo>
                  <a:lnTo>
                    <a:pt x="3659606" y="137566"/>
                  </a:lnTo>
                  <a:lnTo>
                    <a:pt x="8320278" y="137566"/>
                  </a:lnTo>
                  <a:lnTo>
                    <a:pt x="8320278" y="0"/>
                  </a:lnTo>
                  <a:close/>
                </a:path>
              </a:pathLst>
            </a:custGeom>
            <a:solidFill>
              <a:srgbClr val="E2E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6">
              <a:extLst>
                <a:ext uri="{FF2B5EF4-FFF2-40B4-BE49-F238E27FC236}">
                  <a16:creationId xmlns:a16="http://schemas.microsoft.com/office/drawing/2014/main" id="{63365498-1945-D45C-673B-8C2AF8C37089}"/>
                </a:ext>
              </a:extLst>
            </p:cNvPr>
            <p:cNvSpPr/>
            <p:nvPr/>
          </p:nvSpPr>
          <p:spPr>
            <a:xfrm>
              <a:off x="1165974" y="2441237"/>
              <a:ext cx="8320405" cy="182245"/>
            </a:xfrm>
            <a:custGeom>
              <a:avLst/>
              <a:gdLst/>
              <a:ahLst/>
              <a:cxnLst/>
              <a:rect l="l" t="t" r="r" b="b"/>
              <a:pathLst>
                <a:path w="8320405" h="182244">
                  <a:moveTo>
                    <a:pt x="8320278" y="0"/>
                  </a:moveTo>
                  <a:lnTo>
                    <a:pt x="3659606" y="0"/>
                  </a:lnTo>
                  <a:lnTo>
                    <a:pt x="3654958" y="0"/>
                  </a:lnTo>
                  <a:lnTo>
                    <a:pt x="0" y="0"/>
                  </a:lnTo>
                  <a:lnTo>
                    <a:pt x="0" y="182206"/>
                  </a:lnTo>
                  <a:lnTo>
                    <a:pt x="3654958" y="182206"/>
                  </a:lnTo>
                  <a:lnTo>
                    <a:pt x="3659606" y="182206"/>
                  </a:lnTo>
                  <a:lnTo>
                    <a:pt x="8320278" y="182206"/>
                  </a:lnTo>
                  <a:lnTo>
                    <a:pt x="8320278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7">
            <a:extLst>
              <a:ext uri="{FF2B5EF4-FFF2-40B4-BE49-F238E27FC236}">
                <a16:creationId xmlns:a16="http://schemas.microsoft.com/office/drawing/2014/main" id="{E634B6CF-7585-1A52-0013-BFAB4E97582B}"/>
              </a:ext>
            </a:extLst>
          </p:cNvPr>
          <p:cNvGrpSpPr/>
          <p:nvPr/>
        </p:nvGrpSpPr>
        <p:grpSpPr>
          <a:xfrm>
            <a:off x="1165974" y="2623438"/>
            <a:ext cx="8320405" cy="915035"/>
            <a:chOff x="1165974" y="2623438"/>
            <a:chExt cx="8320405" cy="915035"/>
          </a:xfrm>
        </p:grpSpPr>
        <p:sp>
          <p:nvSpPr>
            <p:cNvPr id="12" name="object 18">
              <a:extLst>
                <a:ext uri="{FF2B5EF4-FFF2-40B4-BE49-F238E27FC236}">
                  <a16:creationId xmlns:a16="http://schemas.microsoft.com/office/drawing/2014/main" id="{6D5FD1CE-6FCF-1E6B-9DC6-97B7214FA7D9}"/>
                </a:ext>
              </a:extLst>
            </p:cNvPr>
            <p:cNvSpPr/>
            <p:nvPr/>
          </p:nvSpPr>
          <p:spPr>
            <a:xfrm>
              <a:off x="1165974" y="2623444"/>
              <a:ext cx="8320405" cy="186055"/>
            </a:xfrm>
            <a:custGeom>
              <a:avLst/>
              <a:gdLst/>
              <a:ahLst/>
              <a:cxnLst/>
              <a:rect l="l" t="t" r="r" b="b"/>
              <a:pathLst>
                <a:path w="8320405" h="186055">
                  <a:moveTo>
                    <a:pt x="8320278" y="0"/>
                  </a:moveTo>
                  <a:lnTo>
                    <a:pt x="3659606" y="0"/>
                  </a:lnTo>
                  <a:lnTo>
                    <a:pt x="3654958" y="0"/>
                  </a:lnTo>
                  <a:lnTo>
                    <a:pt x="0" y="0"/>
                  </a:lnTo>
                  <a:lnTo>
                    <a:pt x="0" y="182257"/>
                  </a:lnTo>
                  <a:lnTo>
                    <a:pt x="0" y="185686"/>
                  </a:lnTo>
                  <a:lnTo>
                    <a:pt x="572681" y="185686"/>
                  </a:lnTo>
                  <a:lnTo>
                    <a:pt x="572681" y="182257"/>
                  </a:lnTo>
                  <a:lnTo>
                    <a:pt x="3654958" y="182257"/>
                  </a:lnTo>
                  <a:lnTo>
                    <a:pt x="3654958" y="185686"/>
                  </a:lnTo>
                  <a:lnTo>
                    <a:pt x="4432503" y="185686"/>
                  </a:lnTo>
                  <a:lnTo>
                    <a:pt x="4432503" y="182257"/>
                  </a:lnTo>
                  <a:lnTo>
                    <a:pt x="8320278" y="182257"/>
                  </a:lnTo>
                  <a:lnTo>
                    <a:pt x="8320278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9">
              <a:extLst>
                <a:ext uri="{FF2B5EF4-FFF2-40B4-BE49-F238E27FC236}">
                  <a16:creationId xmlns:a16="http://schemas.microsoft.com/office/drawing/2014/main" id="{55A40AE9-7062-0B33-833A-25CB5DE521A9}"/>
                </a:ext>
              </a:extLst>
            </p:cNvPr>
            <p:cNvSpPr/>
            <p:nvPr/>
          </p:nvSpPr>
          <p:spPr>
            <a:xfrm>
              <a:off x="1165974" y="2805702"/>
              <a:ext cx="4437380" cy="732790"/>
            </a:xfrm>
            <a:custGeom>
              <a:avLst/>
              <a:gdLst/>
              <a:ahLst/>
              <a:cxnLst/>
              <a:rect l="l" t="t" r="r" b="b"/>
              <a:pathLst>
                <a:path w="4437380" h="732789">
                  <a:moveTo>
                    <a:pt x="4437227" y="0"/>
                  </a:moveTo>
                  <a:lnTo>
                    <a:pt x="4437227" y="0"/>
                  </a:lnTo>
                  <a:lnTo>
                    <a:pt x="0" y="0"/>
                  </a:lnTo>
                  <a:lnTo>
                    <a:pt x="0" y="732548"/>
                  </a:lnTo>
                  <a:lnTo>
                    <a:pt x="4437227" y="732548"/>
                  </a:lnTo>
                  <a:lnTo>
                    <a:pt x="443722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20">
              <a:extLst>
                <a:ext uri="{FF2B5EF4-FFF2-40B4-BE49-F238E27FC236}">
                  <a16:creationId xmlns:a16="http://schemas.microsoft.com/office/drawing/2014/main" id="{78D24EAC-9BB4-44D4-690E-73E1A9A545A1}"/>
                </a:ext>
              </a:extLst>
            </p:cNvPr>
            <p:cNvSpPr/>
            <p:nvPr/>
          </p:nvSpPr>
          <p:spPr>
            <a:xfrm>
              <a:off x="5598489" y="2805694"/>
              <a:ext cx="1876425" cy="732790"/>
            </a:xfrm>
            <a:custGeom>
              <a:avLst/>
              <a:gdLst/>
              <a:ahLst/>
              <a:cxnLst/>
              <a:rect l="l" t="t" r="r" b="b"/>
              <a:pathLst>
                <a:path w="1876425" h="732789">
                  <a:moveTo>
                    <a:pt x="1876372" y="0"/>
                  </a:moveTo>
                  <a:lnTo>
                    <a:pt x="0" y="0"/>
                  </a:lnTo>
                  <a:lnTo>
                    <a:pt x="0" y="732553"/>
                  </a:lnTo>
                  <a:lnTo>
                    <a:pt x="1876372" y="732553"/>
                  </a:lnTo>
                  <a:lnTo>
                    <a:pt x="18763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21">
              <a:extLst>
                <a:ext uri="{FF2B5EF4-FFF2-40B4-BE49-F238E27FC236}">
                  <a16:creationId xmlns:a16="http://schemas.microsoft.com/office/drawing/2014/main" id="{8B6A8133-BFC1-C8DD-9AA0-D58CB71BA9E6}"/>
                </a:ext>
              </a:extLst>
            </p:cNvPr>
            <p:cNvSpPr/>
            <p:nvPr/>
          </p:nvSpPr>
          <p:spPr>
            <a:xfrm>
              <a:off x="7470275" y="2805694"/>
              <a:ext cx="2016125" cy="732790"/>
            </a:xfrm>
            <a:custGeom>
              <a:avLst/>
              <a:gdLst/>
              <a:ahLst/>
              <a:cxnLst/>
              <a:rect l="l" t="t" r="r" b="b"/>
              <a:pathLst>
                <a:path w="2016125" h="732789">
                  <a:moveTo>
                    <a:pt x="2015990" y="0"/>
                  </a:moveTo>
                  <a:lnTo>
                    <a:pt x="0" y="0"/>
                  </a:lnTo>
                  <a:lnTo>
                    <a:pt x="0" y="732553"/>
                  </a:lnTo>
                  <a:lnTo>
                    <a:pt x="2015990" y="732553"/>
                  </a:lnTo>
                  <a:lnTo>
                    <a:pt x="201599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22">
            <a:extLst>
              <a:ext uri="{FF2B5EF4-FFF2-40B4-BE49-F238E27FC236}">
                <a16:creationId xmlns:a16="http://schemas.microsoft.com/office/drawing/2014/main" id="{803BC9B9-711D-756F-A5A6-B2B2C26C7F5C}"/>
              </a:ext>
            </a:extLst>
          </p:cNvPr>
          <p:cNvGrpSpPr/>
          <p:nvPr/>
        </p:nvGrpSpPr>
        <p:grpSpPr>
          <a:xfrm>
            <a:off x="1165974" y="3534782"/>
            <a:ext cx="8320405" cy="2517775"/>
            <a:chOff x="1165974" y="3534782"/>
            <a:chExt cx="8320405" cy="2517775"/>
          </a:xfrm>
        </p:grpSpPr>
        <p:sp>
          <p:nvSpPr>
            <p:cNvPr id="17" name="object 23">
              <a:extLst>
                <a:ext uri="{FF2B5EF4-FFF2-40B4-BE49-F238E27FC236}">
                  <a16:creationId xmlns:a16="http://schemas.microsoft.com/office/drawing/2014/main" id="{C474FF41-3663-1087-5418-C7023E39C7C8}"/>
                </a:ext>
              </a:extLst>
            </p:cNvPr>
            <p:cNvSpPr/>
            <p:nvPr/>
          </p:nvSpPr>
          <p:spPr>
            <a:xfrm>
              <a:off x="1165974" y="3534784"/>
              <a:ext cx="8320405" cy="186055"/>
            </a:xfrm>
            <a:custGeom>
              <a:avLst/>
              <a:gdLst/>
              <a:ahLst/>
              <a:cxnLst/>
              <a:rect l="l" t="t" r="r" b="b"/>
              <a:pathLst>
                <a:path w="8320405" h="186054">
                  <a:moveTo>
                    <a:pt x="8320278" y="0"/>
                  </a:moveTo>
                  <a:lnTo>
                    <a:pt x="3659606" y="0"/>
                  </a:lnTo>
                  <a:lnTo>
                    <a:pt x="3654958" y="0"/>
                  </a:lnTo>
                  <a:lnTo>
                    <a:pt x="0" y="0"/>
                  </a:lnTo>
                  <a:lnTo>
                    <a:pt x="0" y="182257"/>
                  </a:lnTo>
                  <a:lnTo>
                    <a:pt x="0" y="185699"/>
                  </a:lnTo>
                  <a:lnTo>
                    <a:pt x="572681" y="185699"/>
                  </a:lnTo>
                  <a:lnTo>
                    <a:pt x="572681" y="182257"/>
                  </a:lnTo>
                  <a:lnTo>
                    <a:pt x="3654958" y="182257"/>
                  </a:lnTo>
                  <a:lnTo>
                    <a:pt x="3654958" y="185699"/>
                  </a:lnTo>
                  <a:lnTo>
                    <a:pt x="4432503" y="185699"/>
                  </a:lnTo>
                  <a:lnTo>
                    <a:pt x="4432503" y="182257"/>
                  </a:lnTo>
                  <a:lnTo>
                    <a:pt x="8320278" y="182257"/>
                  </a:lnTo>
                  <a:lnTo>
                    <a:pt x="8320278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24">
              <a:extLst>
                <a:ext uri="{FF2B5EF4-FFF2-40B4-BE49-F238E27FC236}">
                  <a16:creationId xmlns:a16="http://schemas.microsoft.com/office/drawing/2014/main" id="{4E0658D6-3AEB-3111-6A3D-3876859EFE99}"/>
                </a:ext>
              </a:extLst>
            </p:cNvPr>
            <p:cNvSpPr/>
            <p:nvPr/>
          </p:nvSpPr>
          <p:spPr>
            <a:xfrm>
              <a:off x="1165974" y="3717041"/>
              <a:ext cx="4437380" cy="2153285"/>
            </a:xfrm>
            <a:custGeom>
              <a:avLst/>
              <a:gdLst/>
              <a:ahLst/>
              <a:cxnLst/>
              <a:rect l="l" t="t" r="r" b="b"/>
              <a:pathLst>
                <a:path w="4437380" h="2153285">
                  <a:moveTo>
                    <a:pt x="4437227" y="0"/>
                  </a:moveTo>
                  <a:lnTo>
                    <a:pt x="4437227" y="0"/>
                  </a:lnTo>
                  <a:lnTo>
                    <a:pt x="0" y="0"/>
                  </a:lnTo>
                  <a:lnTo>
                    <a:pt x="0" y="2152726"/>
                  </a:lnTo>
                  <a:lnTo>
                    <a:pt x="4437227" y="2152726"/>
                  </a:lnTo>
                  <a:lnTo>
                    <a:pt x="443722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25">
              <a:extLst>
                <a:ext uri="{FF2B5EF4-FFF2-40B4-BE49-F238E27FC236}">
                  <a16:creationId xmlns:a16="http://schemas.microsoft.com/office/drawing/2014/main" id="{D7AD1CA3-A4B0-F21C-4AC7-3F0DF6159936}"/>
                </a:ext>
              </a:extLst>
            </p:cNvPr>
            <p:cNvSpPr/>
            <p:nvPr/>
          </p:nvSpPr>
          <p:spPr>
            <a:xfrm>
              <a:off x="5598489" y="3717038"/>
              <a:ext cx="1876425" cy="2153285"/>
            </a:xfrm>
            <a:custGeom>
              <a:avLst/>
              <a:gdLst/>
              <a:ahLst/>
              <a:cxnLst/>
              <a:rect l="l" t="t" r="r" b="b"/>
              <a:pathLst>
                <a:path w="1876425" h="2153285">
                  <a:moveTo>
                    <a:pt x="1876372" y="0"/>
                  </a:moveTo>
                  <a:lnTo>
                    <a:pt x="0" y="0"/>
                  </a:lnTo>
                  <a:lnTo>
                    <a:pt x="0" y="2152719"/>
                  </a:lnTo>
                  <a:lnTo>
                    <a:pt x="1876372" y="2152719"/>
                  </a:lnTo>
                  <a:lnTo>
                    <a:pt x="18763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6">
              <a:extLst>
                <a:ext uri="{FF2B5EF4-FFF2-40B4-BE49-F238E27FC236}">
                  <a16:creationId xmlns:a16="http://schemas.microsoft.com/office/drawing/2014/main" id="{3AF1D6A8-47CC-BD83-B16E-9067EE907CE7}"/>
                </a:ext>
              </a:extLst>
            </p:cNvPr>
            <p:cNvSpPr/>
            <p:nvPr/>
          </p:nvSpPr>
          <p:spPr>
            <a:xfrm>
              <a:off x="7470275" y="3717038"/>
              <a:ext cx="2016125" cy="2153285"/>
            </a:xfrm>
            <a:custGeom>
              <a:avLst/>
              <a:gdLst/>
              <a:ahLst/>
              <a:cxnLst/>
              <a:rect l="l" t="t" r="r" b="b"/>
              <a:pathLst>
                <a:path w="2016125" h="2153285">
                  <a:moveTo>
                    <a:pt x="2015990" y="0"/>
                  </a:moveTo>
                  <a:lnTo>
                    <a:pt x="0" y="0"/>
                  </a:lnTo>
                  <a:lnTo>
                    <a:pt x="0" y="2152719"/>
                  </a:lnTo>
                  <a:lnTo>
                    <a:pt x="2015990" y="2152719"/>
                  </a:lnTo>
                  <a:lnTo>
                    <a:pt x="2015990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7">
              <a:extLst>
                <a:ext uri="{FF2B5EF4-FFF2-40B4-BE49-F238E27FC236}">
                  <a16:creationId xmlns:a16="http://schemas.microsoft.com/office/drawing/2014/main" id="{21FC78C7-7169-3E7D-E9E5-8C9854E8FF20}"/>
                </a:ext>
              </a:extLst>
            </p:cNvPr>
            <p:cNvSpPr/>
            <p:nvPr/>
          </p:nvSpPr>
          <p:spPr>
            <a:xfrm>
              <a:off x="1165974" y="5866326"/>
              <a:ext cx="8320405" cy="186055"/>
            </a:xfrm>
            <a:custGeom>
              <a:avLst/>
              <a:gdLst/>
              <a:ahLst/>
              <a:cxnLst/>
              <a:rect l="l" t="t" r="r" b="b"/>
              <a:pathLst>
                <a:path w="8320405" h="186054">
                  <a:moveTo>
                    <a:pt x="8320278" y="0"/>
                  </a:moveTo>
                  <a:lnTo>
                    <a:pt x="3659606" y="0"/>
                  </a:lnTo>
                  <a:lnTo>
                    <a:pt x="3654958" y="0"/>
                  </a:lnTo>
                  <a:lnTo>
                    <a:pt x="0" y="0"/>
                  </a:lnTo>
                  <a:lnTo>
                    <a:pt x="0" y="185801"/>
                  </a:lnTo>
                  <a:lnTo>
                    <a:pt x="3654958" y="185801"/>
                  </a:lnTo>
                  <a:lnTo>
                    <a:pt x="3659606" y="185801"/>
                  </a:lnTo>
                  <a:lnTo>
                    <a:pt x="8320278" y="185801"/>
                  </a:lnTo>
                  <a:lnTo>
                    <a:pt x="8320278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8">
            <a:extLst>
              <a:ext uri="{FF2B5EF4-FFF2-40B4-BE49-F238E27FC236}">
                <a16:creationId xmlns:a16="http://schemas.microsoft.com/office/drawing/2014/main" id="{4687C53D-EF0B-37AB-EAAF-E7215CA69067}"/>
              </a:ext>
            </a:extLst>
          </p:cNvPr>
          <p:cNvSpPr txBox="1"/>
          <p:nvPr/>
        </p:nvSpPr>
        <p:spPr>
          <a:xfrm>
            <a:off x="4864084" y="2208484"/>
            <a:ext cx="23304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b="1" spc="-20" dirty="0">
                <a:latin typeface="Calibri"/>
                <a:cs typeface="Calibri"/>
              </a:rPr>
              <a:t>!</a:t>
            </a:r>
            <a:r>
              <a:rPr sz="500" b="1" spc="5" dirty="0">
                <a:latin typeface="Calibri"/>
                <a:cs typeface="Calibri"/>
              </a:rPr>
              <a:t>"</a:t>
            </a:r>
            <a:r>
              <a:rPr sz="500" b="1" spc="105" dirty="0">
                <a:latin typeface="Calibri"/>
                <a:cs typeface="Calibri"/>
              </a:rPr>
              <a:t>#</a:t>
            </a:r>
            <a:r>
              <a:rPr sz="500" b="1" spc="90" dirty="0">
                <a:latin typeface="Calibri"/>
                <a:cs typeface="Calibri"/>
              </a:rPr>
              <a:t>$</a:t>
            </a:r>
            <a:r>
              <a:rPr sz="500" b="1" spc="185" dirty="0">
                <a:latin typeface="Calibri"/>
                <a:cs typeface="Calibri"/>
              </a:rPr>
              <a:t>%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23" name="object 29">
            <a:extLst>
              <a:ext uri="{FF2B5EF4-FFF2-40B4-BE49-F238E27FC236}">
                <a16:creationId xmlns:a16="http://schemas.microsoft.com/office/drawing/2014/main" id="{8B2D27E6-3FCF-3DD0-898D-66593A7D189F}"/>
              </a:ext>
            </a:extLst>
          </p:cNvPr>
          <p:cNvSpPr txBox="1"/>
          <p:nvPr/>
        </p:nvSpPr>
        <p:spPr>
          <a:xfrm>
            <a:off x="5222692" y="2208484"/>
            <a:ext cx="243840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b="1" spc="65" dirty="0">
                <a:latin typeface="Calibri"/>
                <a:cs typeface="Calibri"/>
              </a:rPr>
              <a:t>&amp;</a:t>
            </a:r>
            <a:r>
              <a:rPr sz="500" b="1" dirty="0">
                <a:latin typeface="Calibri"/>
                <a:cs typeface="Calibri"/>
              </a:rPr>
              <a:t>'</a:t>
            </a:r>
            <a:r>
              <a:rPr sz="500" b="1" spc="25" dirty="0">
                <a:latin typeface="Calibri"/>
                <a:cs typeface="Calibri"/>
              </a:rPr>
              <a:t>(</a:t>
            </a:r>
            <a:r>
              <a:rPr sz="500" b="1" spc="5" dirty="0">
                <a:latin typeface="Calibri"/>
                <a:cs typeface="Calibri"/>
              </a:rPr>
              <a:t>"</a:t>
            </a:r>
            <a:r>
              <a:rPr sz="500" b="1" spc="50" dirty="0">
                <a:latin typeface="Calibri"/>
                <a:cs typeface="Calibri"/>
              </a:rPr>
              <a:t>)</a:t>
            </a:r>
            <a:r>
              <a:rPr sz="500" b="1" spc="185" dirty="0">
                <a:latin typeface="Calibri"/>
                <a:cs typeface="Calibri"/>
              </a:rPr>
              <a:t>%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24" name="object 30">
            <a:extLst>
              <a:ext uri="{FF2B5EF4-FFF2-40B4-BE49-F238E27FC236}">
                <a16:creationId xmlns:a16="http://schemas.microsoft.com/office/drawing/2014/main" id="{78F167BF-C32F-5124-233D-DF7D5C6C1515}"/>
              </a:ext>
            </a:extLst>
          </p:cNvPr>
          <p:cNvSpPr txBox="1"/>
          <p:nvPr/>
        </p:nvSpPr>
        <p:spPr>
          <a:xfrm>
            <a:off x="5734786" y="2208484"/>
            <a:ext cx="28384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b="1" spc="60" dirty="0">
                <a:latin typeface="Calibri"/>
                <a:cs typeface="Calibri"/>
              </a:rPr>
              <a:t>*()+,#(-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25" name="object 31">
            <a:extLst>
              <a:ext uri="{FF2B5EF4-FFF2-40B4-BE49-F238E27FC236}">
                <a16:creationId xmlns:a16="http://schemas.microsoft.com/office/drawing/2014/main" id="{26A07764-C55C-D0FF-2C34-1BBC5C8A7813}"/>
              </a:ext>
            </a:extLst>
          </p:cNvPr>
          <p:cNvSpPr txBox="1"/>
          <p:nvPr/>
        </p:nvSpPr>
        <p:spPr>
          <a:xfrm>
            <a:off x="6381888" y="2208484"/>
            <a:ext cx="270510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b="1" spc="55" dirty="0">
                <a:latin typeface="Calibri"/>
                <a:cs typeface="Calibri"/>
              </a:rPr>
              <a:t>*%./0,(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26" name="object 32">
            <a:extLst>
              <a:ext uri="{FF2B5EF4-FFF2-40B4-BE49-F238E27FC236}">
                <a16:creationId xmlns:a16="http://schemas.microsoft.com/office/drawing/2014/main" id="{4E177396-E0D9-DFB8-2A26-0C0C025B61EE}"/>
              </a:ext>
            </a:extLst>
          </p:cNvPr>
          <p:cNvSpPr txBox="1"/>
          <p:nvPr/>
        </p:nvSpPr>
        <p:spPr>
          <a:xfrm>
            <a:off x="8318864" y="2208484"/>
            <a:ext cx="270510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b="1" spc="55" dirty="0">
                <a:latin typeface="Calibri"/>
                <a:cs typeface="Calibri"/>
              </a:rPr>
              <a:t>*%./0,(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27" name="object 33">
            <a:extLst>
              <a:ext uri="{FF2B5EF4-FFF2-40B4-BE49-F238E27FC236}">
                <a16:creationId xmlns:a16="http://schemas.microsoft.com/office/drawing/2014/main" id="{616678FB-2D45-000E-2210-313E8BD2C530}"/>
              </a:ext>
            </a:extLst>
          </p:cNvPr>
          <p:cNvSpPr txBox="1"/>
          <p:nvPr/>
        </p:nvSpPr>
        <p:spPr>
          <a:xfrm>
            <a:off x="9045096" y="2208484"/>
            <a:ext cx="19113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b="1" spc="85" dirty="0">
                <a:latin typeface="Calibri"/>
                <a:cs typeface="Calibri"/>
              </a:rPr>
              <a:t>1</a:t>
            </a:r>
            <a:r>
              <a:rPr sz="500" b="1" spc="90" dirty="0">
                <a:latin typeface="Calibri"/>
                <a:cs typeface="Calibri"/>
              </a:rPr>
              <a:t>2</a:t>
            </a:r>
            <a:r>
              <a:rPr sz="500" b="1" spc="50" dirty="0">
                <a:latin typeface="Calibri"/>
                <a:cs typeface="Calibri"/>
              </a:rPr>
              <a:t>)</a:t>
            </a:r>
            <a:r>
              <a:rPr sz="500" b="1" spc="25" dirty="0">
                <a:latin typeface="Calibri"/>
                <a:cs typeface="Calibri"/>
              </a:rPr>
              <a:t>(</a:t>
            </a:r>
            <a:r>
              <a:rPr sz="500" b="1" spc="60" dirty="0">
                <a:latin typeface="Calibri"/>
                <a:cs typeface="Calibri"/>
              </a:rPr>
              <a:t>-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28" name="object 34">
            <a:extLst>
              <a:ext uri="{FF2B5EF4-FFF2-40B4-BE49-F238E27FC236}">
                <a16:creationId xmlns:a16="http://schemas.microsoft.com/office/drawing/2014/main" id="{44CA201C-D002-C7DC-5EC3-A83B1CA9A68E}"/>
              </a:ext>
            </a:extLst>
          </p:cNvPr>
          <p:cNvSpPr txBox="1"/>
          <p:nvPr/>
        </p:nvSpPr>
        <p:spPr>
          <a:xfrm>
            <a:off x="8328324" y="2318502"/>
            <a:ext cx="377190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b="1" spc="100" dirty="0">
                <a:latin typeface="Calibri"/>
                <a:cs typeface="Calibri"/>
              </a:rPr>
              <a:t>=@.ABAA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29" name="object 35">
            <a:extLst>
              <a:ext uri="{FF2B5EF4-FFF2-40B4-BE49-F238E27FC236}">
                <a16:creationId xmlns:a16="http://schemas.microsoft.com/office/drawing/2014/main" id="{4F190AD6-CE89-40FE-67DC-174A7AAF2A69}"/>
              </a:ext>
            </a:extLst>
          </p:cNvPr>
          <p:cNvSpPr txBox="1"/>
          <p:nvPr/>
        </p:nvSpPr>
        <p:spPr>
          <a:xfrm>
            <a:off x="8998767" y="2318502"/>
            <a:ext cx="377190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b="1" spc="100" dirty="0">
                <a:latin typeface="Calibri"/>
                <a:cs typeface="Calibri"/>
              </a:rPr>
              <a:t>=@.ABAA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0" name="object 36">
            <a:extLst>
              <a:ext uri="{FF2B5EF4-FFF2-40B4-BE49-F238E27FC236}">
                <a16:creationId xmlns:a16="http://schemas.microsoft.com/office/drawing/2014/main" id="{EAA38899-5DCF-B777-4979-FE0B5227B111}"/>
              </a:ext>
            </a:extLst>
          </p:cNvPr>
          <p:cNvSpPr txBox="1"/>
          <p:nvPr/>
        </p:nvSpPr>
        <p:spPr>
          <a:xfrm>
            <a:off x="7657792" y="2480165"/>
            <a:ext cx="377190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b="1" spc="100" dirty="0">
                <a:latin typeface="Calibri"/>
                <a:cs typeface="Calibri"/>
              </a:rPr>
              <a:t>=@.ABAA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1" name="object 37">
            <a:extLst>
              <a:ext uri="{FF2B5EF4-FFF2-40B4-BE49-F238E27FC236}">
                <a16:creationId xmlns:a16="http://schemas.microsoft.com/office/drawing/2014/main" id="{A119B227-BF57-AE4C-F4EA-19E67394123C}"/>
              </a:ext>
            </a:extLst>
          </p:cNvPr>
          <p:cNvSpPr txBox="1"/>
          <p:nvPr/>
        </p:nvSpPr>
        <p:spPr>
          <a:xfrm>
            <a:off x="8328412" y="2480165"/>
            <a:ext cx="377190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b="1" spc="100" dirty="0">
                <a:latin typeface="Calibri"/>
                <a:cs typeface="Calibri"/>
              </a:rPr>
              <a:t>=@.ABAA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2" name="object 38">
            <a:extLst>
              <a:ext uri="{FF2B5EF4-FFF2-40B4-BE49-F238E27FC236}">
                <a16:creationId xmlns:a16="http://schemas.microsoft.com/office/drawing/2014/main" id="{15430987-2F1B-F877-444D-6AF99EBA4876}"/>
              </a:ext>
            </a:extLst>
          </p:cNvPr>
          <p:cNvSpPr txBox="1"/>
          <p:nvPr/>
        </p:nvSpPr>
        <p:spPr>
          <a:xfrm>
            <a:off x="8998856" y="2480165"/>
            <a:ext cx="377190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b="1" spc="100" dirty="0">
                <a:latin typeface="Calibri"/>
                <a:cs typeface="Calibri"/>
              </a:rPr>
              <a:t>=@.ABAA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3" name="object 39">
            <a:extLst>
              <a:ext uri="{FF2B5EF4-FFF2-40B4-BE49-F238E27FC236}">
                <a16:creationId xmlns:a16="http://schemas.microsoft.com/office/drawing/2014/main" id="{6B1F66C4-683B-47BF-4F90-573322F2B437}"/>
              </a:ext>
            </a:extLst>
          </p:cNvPr>
          <p:cNvSpPr txBox="1"/>
          <p:nvPr/>
        </p:nvSpPr>
        <p:spPr>
          <a:xfrm>
            <a:off x="7657880" y="2662396"/>
            <a:ext cx="377190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b="1" spc="100" dirty="0">
                <a:latin typeface="Calibri"/>
                <a:cs typeface="Calibri"/>
              </a:rPr>
              <a:t>=@.ABAA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4" name="object 40">
            <a:extLst>
              <a:ext uri="{FF2B5EF4-FFF2-40B4-BE49-F238E27FC236}">
                <a16:creationId xmlns:a16="http://schemas.microsoft.com/office/drawing/2014/main" id="{67B99AB4-A5CC-2640-43E9-1EC746CDA7B4}"/>
              </a:ext>
            </a:extLst>
          </p:cNvPr>
          <p:cNvSpPr txBox="1"/>
          <p:nvPr/>
        </p:nvSpPr>
        <p:spPr>
          <a:xfrm>
            <a:off x="8328500" y="2662396"/>
            <a:ext cx="377190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b="1" spc="100" dirty="0">
                <a:latin typeface="Calibri"/>
                <a:cs typeface="Calibri"/>
              </a:rPr>
              <a:t>=@.ABAA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5" name="object 41">
            <a:extLst>
              <a:ext uri="{FF2B5EF4-FFF2-40B4-BE49-F238E27FC236}">
                <a16:creationId xmlns:a16="http://schemas.microsoft.com/office/drawing/2014/main" id="{B1232F7A-7BC4-0B21-076D-DCD290AD5155}"/>
              </a:ext>
            </a:extLst>
          </p:cNvPr>
          <p:cNvSpPr txBox="1"/>
          <p:nvPr/>
        </p:nvSpPr>
        <p:spPr>
          <a:xfrm>
            <a:off x="8998945" y="2662396"/>
            <a:ext cx="377190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b="1" spc="100" dirty="0">
                <a:latin typeface="Calibri"/>
                <a:cs typeface="Calibri"/>
              </a:rPr>
              <a:t>=@.ABAA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6" name="object 42">
            <a:extLst>
              <a:ext uri="{FF2B5EF4-FFF2-40B4-BE49-F238E27FC236}">
                <a16:creationId xmlns:a16="http://schemas.microsoft.com/office/drawing/2014/main" id="{5C1C9100-FF16-696B-3C14-9EF02BC00835}"/>
              </a:ext>
            </a:extLst>
          </p:cNvPr>
          <p:cNvSpPr txBox="1"/>
          <p:nvPr/>
        </p:nvSpPr>
        <p:spPr>
          <a:xfrm>
            <a:off x="4915806" y="2844692"/>
            <a:ext cx="126364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114" dirty="0">
                <a:latin typeface="Calibri"/>
                <a:cs typeface="Calibri"/>
              </a:rPr>
              <a:t>9</a:t>
            </a:r>
            <a:r>
              <a:rPr sz="500" spc="80" dirty="0">
                <a:latin typeface="Calibri"/>
                <a:cs typeface="Calibri"/>
              </a:rPr>
              <a:t>&amp;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7" name="object 43">
            <a:extLst>
              <a:ext uri="{FF2B5EF4-FFF2-40B4-BE49-F238E27FC236}">
                <a16:creationId xmlns:a16="http://schemas.microsoft.com/office/drawing/2014/main" id="{B312DB9A-3319-63BE-2F11-EBCA7FF851E0}"/>
              </a:ext>
            </a:extLst>
          </p:cNvPr>
          <p:cNvSpPr txBox="1"/>
          <p:nvPr/>
        </p:nvSpPr>
        <p:spPr>
          <a:xfrm>
            <a:off x="5157796" y="2844692"/>
            <a:ext cx="34226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-15" dirty="0">
                <a:latin typeface="Calibri"/>
                <a:cs typeface="Calibri"/>
              </a:rPr>
              <a:t>---------"--:-!-!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8" name="object 44">
            <a:extLst>
              <a:ext uri="{FF2B5EF4-FFF2-40B4-BE49-F238E27FC236}">
                <a16:creationId xmlns:a16="http://schemas.microsoft.com/office/drawing/2014/main" id="{951848DF-81EE-A53D-9CA6-858039D433D1}"/>
              </a:ext>
            </a:extLst>
          </p:cNvPr>
          <p:cNvSpPr txBox="1"/>
          <p:nvPr/>
        </p:nvSpPr>
        <p:spPr>
          <a:xfrm>
            <a:off x="7024923" y="2844692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39" name="object 45">
            <a:extLst>
              <a:ext uri="{FF2B5EF4-FFF2-40B4-BE49-F238E27FC236}">
                <a16:creationId xmlns:a16="http://schemas.microsoft.com/office/drawing/2014/main" id="{CC72D7D9-D237-EDE7-4DDF-863B8FC8C336}"/>
              </a:ext>
            </a:extLst>
          </p:cNvPr>
          <p:cNvSpPr txBox="1"/>
          <p:nvPr/>
        </p:nvSpPr>
        <p:spPr>
          <a:xfrm>
            <a:off x="7662831" y="2844692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40" name="object 46">
            <a:extLst>
              <a:ext uri="{FF2B5EF4-FFF2-40B4-BE49-F238E27FC236}">
                <a16:creationId xmlns:a16="http://schemas.microsoft.com/office/drawing/2014/main" id="{C15F178E-8D5D-9948-3912-0B66E5A637DE}"/>
              </a:ext>
            </a:extLst>
          </p:cNvPr>
          <p:cNvSpPr txBox="1"/>
          <p:nvPr/>
        </p:nvSpPr>
        <p:spPr>
          <a:xfrm>
            <a:off x="8333364" y="2844692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41" name="object 47">
            <a:extLst>
              <a:ext uri="{FF2B5EF4-FFF2-40B4-BE49-F238E27FC236}">
                <a16:creationId xmlns:a16="http://schemas.microsoft.com/office/drawing/2014/main" id="{E7AD64AA-6735-0D95-1AD6-14C1E401228F}"/>
              </a:ext>
            </a:extLst>
          </p:cNvPr>
          <p:cNvSpPr txBox="1"/>
          <p:nvPr/>
        </p:nvSpPr>
        <p:spPr>
          <a:xfrm>
            <a:off x="8999122" y="2844692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42" name="object 48">
            <a:extLst>
              <a:ext uri="{FF2B5EF4-FFF2-40B4-BE49-F238E27FC236}">
                <a16:creationId xmlns:a16="http://schemas.microsoft.com/office/drawing/2014/main" id="{BE309180-D18C-4856-4E38-661E4D3F202B}"/>
              </a:ext>
            </a:extLst>
          </p:cNvPr>
          <p:cNvSpPr txBox="1"/>
          <p:nvPr/>
        </p:nvSpPr>
        <p:spPr>
          <a:xfrm>
            <a:off x="1279513" y="3026922"/>
            <a:ext cx="29654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25" dirty="0">
                <a:latin typeface="Calibri"/>
                <a:cs typeface="Calibri"/>
              </a:rPr>
              <a:t>!"</a:t>
            </a:r>
            <a:r>
              <a:rPr sz="500" spc="100" dirty="0">
                <a:latin typeface="Calibri"/>
                <a:cs typeface="Calibri"/>
              </a:rPr>
              <a:t>#</a:t>
            </a:r>
            <a:r>
              <a:rPr sz="500" spc="25" dirty="0">
                <a:latin typeface="Calibri"/>
                <a:cs typeface="Calibri"/>
              </a:rPr>
              <a:t>!"</a:t>
            </a:r>
            <a:r>
              <a:rPr sz="500" spc="100" dirty="0">
                <a:latin typeface="Calibri"/>
                <a:cs typeface="Calibri"/>
              </a:rPr>
              <a:t>#</a:t>
            </a:r>
            <a:r>
              <a:rPr sz="500" spc="5" dirty="0">
                <a:latin typeface="Calibri"/>
                <a:cs typeface="Calibri"/>
              </a:rPr>
              <a:t>!</a:t>
            </a:r>
            <a:r>
              <a:rPr sz="500" spc="165" dirty="0">
                <a:latin typeface="Calibri"/>
                <a:cs typeface="Calibri"/>
              </a:rPr>
              <a:t>=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43" name="object 49">
            <a:extLst>
              <a:ext uri="{FF2B5EF4-FFF2-40B4-BE49-F238E27FC236}">
                <a16:creationId xmlns:a16="http://schemas.microsoft.com/office/drawing/2014/main" id="{EEBFDCC5-E8AC-9198-1FB9-CEBBF71D2F25}"/>
              </a:ext>
            </a:extLst>
          </p:cNvPr>
          <p:cNvSpPr txBox="1"/>
          <p:nvPr/>
        </p:nvSpPr>
        <p:spPr>
          <a:xfrm>
            <a:off x="1745101" y="2982263"/>
            <a:ext cx="299021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65" dirty="0">
                <a:latin typeface="Calibri"/>
                <a:cs typeface="Calibri"/>
              </a:rPr>
              <a:t>&gt;/?17%-./-7'68%-./-/4?/4@*7'*-/-7/62%46*&amp;'('.*./-8'9'(-A-*2B('8/-/-8%327%9*45/-./-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44" name="object 50">
            <a:extLst>
              <a:ext uri="{FF2B5EF4-FFF2-40B4-BE49-F238E27FC236}">
                <a16:creationId xmlns:a16="http://schemas.microsoft.com/office/drawing/2014/main" id="{866A8E92-E5E4-95A1-C0FA-BD5CC6187098}"/>
              </a:ext>
            </a:extLst>
          </p:cNvPr>
          <p:cNvSpPr txBox="1"/>
          <p:nvPr/>
        </p:nvSpPr>
        <p:spPr>
          <a:xfrm>
            <a:off x="1744557" y="3068191"/>
            <a:ext cx="455930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80" dirty="0">
                <a:latin typeface="Calibri"/>
                <a:cs typeface="Calibri"/>
              </a:rPr>
              <a:t>2*?*3/45%#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45" name="object 51">
            <a:extLst>
              <a:ext uri="{FF2B5EF4-FFF2-40B4-BE49-F238E27FC236}">
                <a16:creationId xmlns:a16="http://schemas.microsoft.com/office/drawing/2014/main" id="{D1FB232F-79B5-B81A-C864-35C4778B87CE}"/>
              </a:ext>
            </a:extLst>
          </p:cNvPr>
          <p:cNvSpPr txBox="1"/>
          <p:nvPr/>
        </p:nvSpPr>
        <p:spPr>
          <a:xfrm>
            <a:off x="4915396" y="3026942"/>
            <a:ext cx="11620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100" dirty="0">
                <a:latin typeface="Calibri"/>
                <a:cs typeface="Calibri"/>
              </a:rPr>
              <a:t>14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46" name="object 52">
            <a:extLst>
              <a:ext uri="{FF2B5EF4-FFF2-40B4-BE49-F238E27FC236}">
                <a16:creationId xmlns:a16="http://schemas.microsoft.com/office/drawing/2014/main" id="{325EB8C3-6D9E-B7DA-21E0-9063D3492DEE}"/>
              </a:ext>
            </a:extLst>
          </p:cNvPr>
          <p:cNvSpPr txBox="1"/>
          <p:nvPr/>
        </p:nvSpPr>
        <p:spPr>
          <a:xfrm>
            <a:off x="5157385" y="3026942"/>
            <a:ext cx="34226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-15" dirty="0">
                <a:latin typeface="Calibri"/>
                <a:cs typeface="Calibri"/>
              </a:rPr>
              <a:t>---------"--:-!-!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47" name="object 53">
            <a:extLst>
              <a:ext uri="{FF2B5EF4-FFF2-40B4-BE49-F238E27FC236}">
                <a16:creationId xmlns:a16="http://schemas.microsoft.com/office/drawing/2014/main" id="{11A2FC8A-7BF1-B1A0-2B6E-CA8A96C812D0}"/>
              </a:ext>
            </a:extLst>
          </p:cNvPr>
          <p:cNvSpPr txBox="1"/>
          <p:nvPr/>
        </p:nvSpPr>
        <p:spPr>
          <a:xfrm>
            <a:off x="7024513" y="3026942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48" name="object 54">
            <a:extLst>
              <a:ext uri="{FF2B5EF4-FFF2-40B4-BE49-F238E27FC236}">
                <a16:creationId xmlns:a16="http://schemas.microsoft.com/office/drawing/2014/main" id="{9B53EEAC-7658-EA7B-C5D7-5EA71B0C9F5D}"/>
              </a:ext>
            </a:extLst>
          </p:cNvPr>
          <p:cNvSpPr txBox="1"/>
          <p:nvPr/>
        </p:nvSpPr>
        <p:spPr>
          <a:xfrm>
            <a:off x="7662420" y="3026942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49" name="object 55">
            <a:extLst>
              <a:ext uri="{FF2B5EF4-FFF2-40B4-BE49-F238E27FC236}">
                <a16:creationId xmlns:a16="http://schemas.microsoft.com/office/drawing/2014/main" id="{12AAD034-A5A3-3242-DC3B-67F13A2739A2}"/>
              </a:ext>
            </a:extLst>
          </p:cNvPr>
          <p:cNvSpPr txBox="1"/>
          <p:nvPr/>
        </p:nvSpPr>
        <p:spPr>
          <a:xfrm>
            <a:off x="8332953" y="3026942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50" name="object 56">
            <a:extLst>
              <a:ext uri="{FF2B5EF4-FFF2-40B4-BE49-F238E27FC236}">
                <a16:creationId xmlns:a16="http://schemas.microsoft.com/office/drawing/2014/main" id="{A451A99C-D636-A0A8-1FA0-D4571549355B}"/>
              </a:ext>
            </a:extLst>
          </p:cNvPr>
          <p:cNvSpPr txBox="1"/>
          <p:nvPr/>
        </p:nvSpPr>
        <p:spPr>
          <a:xfrm>
            <a:off x="8998711" y="3026942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51" name="object 57">
            <a:extLst>
              <a:ext uri="{FF2B5EF4-FFF2-40B4-BE49-F238E27FC236}">
                <a16:creationId xmlns:a16="http://schemas.microsoft.com/office/drawing/2014/main" id="{3F1318F1-7A34-44CE-87CF-52E178F6498B}"/>
              </a:ext>
            </a:extLst>
          </p:cNvPr>
          <p:cNvSpPr txBox="1"/>
          <p:nvPr/>
        </p:nvSpPr>
        <p:spPr>
          <a:xfrm>
            <a:off x="1279102" y="3209172"/>
            <a:ext cx="2952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25" dirty="0">
                <a:latin typeface="Calibri"/>
                <a:cs typeface="Calibri"/>
              </a:rPr>
              <a:t>!"</a:t>
            </a:r>
            <a:r>
              <a:rPr sz="500" spc="100" dirty="0">
                <a:latin typeface="Calibri"/>
                <a:cs typeface="Calibri"/>
              </a:rPr>
              <a:t>#</a:t>
            </a:r>
            <a:r>
              <a:rPr sz="500" spc="25" dirty="0">
                <a:latin typeface="Calibri"/>
                <a:cs typeface="Calibri"/>
              </a:rPr>
              <a:t>!"</a:t>
            </a:r>
            <a:r>
              <a:rPr sz="500" spc="100" dirty="0">
                <a:latin typeface="Calibri"/>
                <a:cs typeface="Calibri"/>
              </a:rPr>
              <a:t>#</a:t>
            </a:r>
            <a:r>
              <a:rPr sz="500" spc="5" dirty="0">
                <a:latin typeface="Calibri"/>
                <a:cs typeface="Calibri"/>
              </a:rPr>
              <a:t>!</a:t>
            </a:r>
            <a:r>
              <a:rPr sz="500" spc="135" dirty="0">
                <a:latin typeface="Calibri"/>
                <a:cs typeface="Calibri"/>
              </a:rPr>
              <a:t>C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52" name="object 58">
            <a:extLst>
              <a:ext uri="{FF2B5EF4-FFF2-40B4-BE49-F238E27FC236}">
                <a16:creationId xmlns:a16="http://schemas.microsoft.com/office/drawing/2014/main" id="{40D7A78D-0347-D371-BC24-CA544E06B7B1}"/>
              </a:ext>
            </a:extLst>
          </p:cNvPr>
          <p:cNvSpPr txBox="1"/>
          <p:nvPr/>
        </p:nvSpPr>
        <p:spPr>
          <a:xfrm>
            <a:off x="1744557" y="3156941"/>
            <a:ext cx="2945130" cy="1974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2700"/>
              </a:lnSpc>
              <a:spcBef>
                <a:spcPts val="95"/>
              </a:spcBef>
            </a:pPr>
            <a:r>
              <a:rPr sz="500" spc="70" dirty="0">
                <a:latin typeface="Calibri"/>
                <a:cs typeface="Calibri"/>
              </a:rPr>
              <a:t>D3'66,%-./-E;F-./-/G/81+,%-./-5%.*6-*6-.'8'2('4*6-.%-/68%2%-8%457*5*.%-A-E;F-/- </a:t>
            </a:r>
            <a:r>
              <a:rPr sz="500" spc="75" dirty="0">
                <a:latin typeface="Calibri"/>
                <a:cs typeface="Calibri"/>
              </a:rPr>
              <a:t> </a:t>
            </a:r>
            <a:r>
              <a:rPr sz="500" spc="80" dirty="0">
                <a:latin typeface="Calibri"/>
                <a:cs typeface="Calibri"/>
              </a:rPr>
              <a:t>8%327%9*45/-./-2*?*3/45%-/-5*G*6#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53" name="object 59">
            <a:extLst>
              <a:ext uri="{FF2B5EF4-FFF2-40B4-BE49-F238E27FC236}">
                <a16:creationId xmlns:a16="http://schemas.microsoft.com/office/drawing/2014/main" id="{A6DA4713-8373-FF66-B6F8-BCBC84581387}"/>
              </a:ext>
            </a:extLst>
          </p:cNvPr>
          <p:cNvSpPr txBox="1"/>
          <p:nvPr/>
        </p:nvSpPr>
        <p:spPr>
          <a:xfrm>
            <a:off x="4915439" y="3209200"/>
            <a:ext cx="126364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114" dirty="0">
                <a:latin typeface="Calibri"/>
                <a:cs typeface="Calibri"/>
              </a:rPr>
              <a:t>9</a:t>
            </a:r>
            <a:r>
              <a:rPr sz="500" spc="80" dirty="0">
                <a:latin typeface="Calibri"/>
                <a:cs typeface="Calibri"/>
              </a:rPr>
              <a:t>&amp;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54" name="object 60">
            <a:extLst>
              <a:ext uri="{FF2B5EF4-FFF2-40B4-BE49-F238E27FC236}">
                <a16:creationId xmlns:a16="http://schemas.microsoft.com/office/drawing/2014/main" id="{D4C700CD-9C95-B2BA-9EC1-FEAAED9838A8}"/>
              </a:ext>
            </a:extLst>
          </p:cNvPr>
          <p:cNvSpPr txBox="1"/>
          <p:nvPr/>
        </p:nvSpPr>
        <p:spPr>
          <a:xfrm>
            <a:off x="5157428" y="3209200"/>
            <a:ext cx="34226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-15" dirty="0">
                <a:latin typeface="Calibri"/>
                <a:cs typeface="Calibri"/>
              </a:rPr>
              <a:t>---------"--:-!-!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55" name="object 61">
            <a:extLst>
              <a:ext uri="{FF2B5EF4-FFF2-40B4-BE49-F238E27FC236}">
                <a16:creationId xmlns:a16="http://schemas.microsoft.com/office/drawing/2014/main" id="{7BD6F0E4-11AB-0994-46AC-BBB6342342A5}"/>
              </a:ext>
            </a:extLst>
          </p:cNvPr>
          <p:cNvSpPr txBox="1"/>
          <p:nvPr/>
        </p:nvSpPr>
        <p:spPr>
          <a:xfrm>
            <a:off x="7024556" y="3209200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56" name="object 62">
            <a:extLst>
              <a:ext uri="{FF2B5EF4-FFF2-40B4-BE49-F238E27FC236}">
                <a16:creationId xmlns:a16="http://schemas.microsoft.com/office/drawing/2014/main" id="{5E44D4DE-D660-9BE5-08AA-358CFAED6D48}"/>
              </a:ext>
            </a:extLst>
          </p:cNvPr>
          <p:cNvSpPr txBox="1"/>
          <p:nvPr/>
        </p:nvSpPr>
        <p:spPr>
          <a:xfrm>
            <a:off x="7662464" y="3209200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57" name="object 63">
            <a:extLst>
              <a:ext uri="{FF2B5EF4-FFF2-40B4-BE49-F238E27FC236}">
                <a16:creationId xmlns:a16="http://schemas.microsoft.com/office/drawing/2014/main" id="{09E78C01-6A86-7513-DDD3-4383E63B057F}"/>
              </a:ext>
            </a:extLst>
          </p:cNvPr>
          <p:cNvSpPr txBox="1"/>
          <p:nvPr/>
        </p:nvSpPr>
        <p:spPr>
          <a:xfrm>
            <a:off x="8332996" y="3209200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58" name="object 64">
            <a:extLst>
              <a:ext uri="{FF2B5EF4-FFF2-40B4-BE49-F238E27FC236}">
                <a16:creationId xmlns:a16="http://schemas.microsoft.com/office/drawing/2014/main" id="{3E14528D-01EC-976E-F803-211625BBA0E8}"/>
              </a:ext>
            </a:extLst>
          </p:cNvPr>
          <p:cNvSpPr txBox="1"/>
          <p:nvPr/>
        </p:nvSpPr>
        <p:spPr>
          <a:xfrm>
            <a:off x="8998754" y="3209200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59" name="object 65">
            <a:extLst>
              <a:ext uri="{FF2B5EF4-FFF2-40B4-BE49-F238E27FC236}">
                <a16:creationId xmlns:a16="http://schemas.microsoft.com/office/drawing/2014/main" id="{69CF3F07-4C27-81EE-64FB-9630988CC95B}"/>
              </a:ext>
            </a:extLst>
          </p:cNvPr>
          <p:cNvSpPr txBox="1"/>
          <p:nvPr/>
        </p:nvSpPr>
        <p:spPr>
          <a:xfrm>
            <a:off x="1279145" y="3391430"/>
            <a:ext cx="30162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25" dirty="0">
                <a:latin typeface="Calibri"/>
                <a:cs typeface="Calibri"/>
              </a:rPr>
              <a:t>!"</a:t>
            </a:r>
            <a:r>
              <a:rPr sz="500" spc="100" dirty="0">
                <a:latin typeface="Calibri"/>
                <a:cs typeface="Calibri"/>
              </a:rPr>
              <a:t>#</a:t>
            </a:r>
            <a:r>
              <a:rPr sz="500" spc="25" dirty="0">
                <a:latin typeface="Calibri"/>
                <a:cs typeface="Calibri"/>
              </a:rPr>
              <a:t>!"</a:t>
            </a:r>
            <a:r>
              <a:rPr sz="500" spc="100" dirty="0">
                <a:latin typeface="Calibri"/>
                <a:cs typeface="Calibri"/>
              </a:rPr>
              <a:t>#</a:t>
            </a:r>
            <a:r>
              <a:rPr sz="500" spc="5" dirty="0">
                <a:latin typeface="Calibri"/>
                <a:cs typeface="Calibri"/>
              </a:rPr>
              <a:t>!</a:t>
            </a:r>
            <a:r>
              <a:rPr sz="500" spc="140" dirty="0">
                <a:latin typeface="Calibri"/>
                <a:cs typeface="Calibri"/>
              </a:rPr>
              <a:t>H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60" name="object 66">
            <a:extLst>
              <a:ext uri="{FF2B5EF4-FFF2-40B4-BE49-F238E27FC236}">
                <a16:creationId xmlns:a16="http://schemas.microsoft.com/office/drawing/2014/main" id="{F16ED8E7-8587-3F93-8AFB-5C0194271F74}"/>
              </a:ext>
            </a:extLst>
          </p:cNvPr>
          <p:cNvSpPr txBox="1"/>
          <p:nvPr/>
        </p:nvSpPr>
        <p:spPr>
          <a:xfrm>
            <a:off x="1744734" y="3391430"/>
            <a:ext cx="1590040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75" dirty="0">
                <a:latin typeface="Calibri"/>
                <a:cs typeface="Calibri"/>
              </a:rPr>
              <a:t>I%461(5%7'*-./-%&amp;7'?*+J/6-27/9'./48'K7'*6-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61" name="object 67">
            <a:extLst>
              <a:ext uri="{FF2B5EF4-FFF2-40B4-BE49-F238E27FC236}">
                <a16:creationId xmlns:a16="http://schemas.microsoft.com/office/drawing/2014/main" id="{3F3E25F1-973E-4636-07F3-582F665702DB}"/>
              </a:ext>
            </a:extLst>
          </p:cNvPr>
          <p:cNvSpPr txBox="1"/>
          <p:nvPr/>
        </p:nvSpPr>
        <p:spPr>
          <a:xfrm>
            <a:off x="4887500" y="3391430"/>
            <a:ext cx="65341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282575" algn="l"/>
              </a:tabLst>
            </a:pPr>
            <a:r>
              <a:rPr sz="500" spc="95" dirty="0">
                <a:latin typeface="Calibri"/>
                <a:cs typeface="Calibri"/>
              </a:rPr>
              <a:t>3L6	</a:t>
            </a:r>
            <a:r>
              <a:rPr sz="500" spc="-10" dirty="0">
                <a:latin typeface="Calibri"/>
                <a:cs typeface="Calibri"/>
              </a:rPr>
              <a:t>---------M----:!!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62" name="object 68">
            <a:extLst>
              <a:ext uri="{FF2B5EF4-FFF2-40B4-BE49-F238E27FC236}">
                <a16:creationId xmlns:a16="http://schemas.microsoft.com/office/drawing/2014/main" id="{94AB3AA0-4F4D-FD2E-7CF6-C346186C6609}"/>
              </a:ext>
            </a:extLst>
          </p:cNvPr>
          <p:cNvSpPr txBox="1"/>
          <p:nvPr/>
        </p:nvSpPr>
        <p:spPr>
          <a:xfrm>
            <a:off x="7024734" y="3391430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63" name="object 69">
            <a:extLst>
              <a:ext uri="{FF2B5EF4-FFF2-40B4-BE49-F238E27FC236}">
                <a16:creationId xmlns:a16="http://schemas.microsoft.com/office/drawing/2014/main" id="{4EAFC3EF-C691-CF63-4038-FBE917FEC9D0}"/>
              </a:ext>
            </a:extLst>
          </p:cNvPr>
          <p:cNvSpPr txBox="1"/>
          <p:nvPr/>
        </p:nvSpPr>
        <p:spPr>
          <a:xfrm>
            <a:off x="7662640" y="3391430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64" name="object 70">
            <a:extLst>
              <a:ext uri="{FF2B5EF4-FFF2-40B4-BE49-F238E27FC236}">
                <a16:creationId xmlns:a16="http://schemas.microsoft.com/office/drawing/2014/main" id="{23A1291A-49A1-E97A-F772-C39E48F38CEB}"/>
              </a:ext>
            </a:extLst>
          </p:cNvPr>
          <p:cNvSpPr txBox="1"/>
          <p:nvPr/>
        </p:nvSpPr>
        <p:spPr>
          <a:xfrm>
            <a:off x="8333173" y="3391430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65" name="object 71">
            <a:extLst>
              <a:ext uri="{FF2B5EF4-FFF2-40B4-BE49-F238E27FC236}">
                <a16:creationId xmlns:a16="http://schemas.microsoft.com/office/drawing/2014/main" id="{D178A34F-04C3-3FEA-63F1-735BD7C01568}"/>
              </a:ext>
            </a:extLst>
          </p:cNvPr>
          <p:cNvSpPr txBox="1"/>
          <p:nvPr/>
        </p:nvSpPr>
        <p:spPr>
          <a:xfrm>
            <a:off x="8998931" y="3391430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66" name="object 72">
            <a:extLst>
              <a:ext uri="{FF2B5EF4-FFF2-40B4-BE49-F238E27FC236}">
                <a16:creationId xmlns:a16="http://schemas.microsoft.com/office/drawing/2014/main" id="{10170C89-771E-4E9B-6B12-0B77EA8E5B28}"/>
              </a:ext>
            </a:extLst>
          </p:cNvPr>
          <p:cNvSpPr txBox="1"/>
          <p:nvPr/>
        </p:nvSpPr>
        <p:spPr>
          <a:xfrm>
            <a:off x="1335288" y="3573726"/>
            <a:ext cx="30289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b="1" spc="140" dirty="0">
                <a:latin typeface="Calibri"/>
                <a:cs typeface="Calibri"/>
              </a:rPr>
              <a:t>AC</a:t>
            </a:r>
            <a:r>
              <a:rPr sz="500" b="1" spc="180" dirty="0">
                <a:latin typeface="Calibri"/>
                <a:cs typeface="Calibri"/>
              </a:rPr>
              <a:t>%</a:t>
            </a:r>
            <a:r>
              <a:rPr sz="500" b="1" spc="130" dirty="0">
                <a:latin typeface="Calibri"/>
                <a:cs typeface="Calibri"/>
              </a:rPr>
              <a:t>A</a:t>
            </a:r>
            <a:r>
              <a:rPr sz="500" b="1" spc="105" dirty="0">
                <a:latin typeface="Calibri"/>
                <a:cs typeface="Calibri"/>
              </a:rPr>
              <a:t>F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67" name="object 73">
            <a:extLst>
              <a:ext uri="{FF2B5EF4-FFF2-40B4-BE49-F238E27FC236}">
                <a16:creationId xmlns:a16="http://schemas.microsoft.com/office/drawing/2014/main" id="{03FCCAD7-F1CB-C4DD-AB2C-5E38CE6FB8DE}"/>
              </a:ext>
            </a:extLst>
          </p:cNvPr>
          <p:cNvSpPr txBox="1"/>
          <p:nvPr/>
        </p:nvSpPr>
        <p:spPr>
          <a:xfrm>
            <a:off x="1744911" y="3573726"/>
            <a:ext cx="1087120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b="1" spc="110" dirty="0">
                <a:latin typeface="Calibri"/>
                <a:cs typeface="Calibri"/>
              </a:rPr>
              <a:t>47&lt;13638G:&lt;.5=/D4&lt;H=43&lt;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68" name="object 74">
            <a:extLst>
              <a:ext uri="{FF2B5EF4-FFF2-40B4-BE49-F238E27FC236}">
                <a16:creationId xmlns:a16="http://schemas.microsoft.com/office/drawing/2014/main" id="{CDBBB3FD-9B6C-B8E9-B6A7-74E9A5ED210E}"/>
              </a:ext>
            </a:extLst>
          </p:cNvPr>
          <p:cNvSpPr txBox="1"/>
          <p:nvPr/>
        </p:nvSpPr>
        <p:spPr>
          <a:xfrm>
            <a:off x="7657955" y="3573726"/>
            <a:ext cx="377190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b="1" spc="100" dirty="0">
                <a:latin typeface="Calibri"/>
                <a:cs typeface="Calibri"/>
              </a:rPr>
              <a:t>=@.ABAA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69" name="object 75">
            <a:extLst>
              <a:ext uri="{FF2B5EF4-FFF2-40B4-BE49-F238E27FC236}">
                <a16:creationId xmlns:a16="http://schemas.microsoft.com/office/drawing/2014/main" id="{7780D17C-7F3E-67C4-462E-B07E7FE8CCC0}"/>
              </a:ext>
            </a:extLst>
          </p:cNvPr>
          <p:cNvSpPr txBox="1"/>
          <p:nvPr/>
        </p:nvSpPr>
        <p:spPr>
          <a:xfrm>
            <a:off x="8328576" y="3573726"/>
            <a:ext cx="377190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b="1" spc="100" dirty="0">
                <a:latin typeface="Calibri"/>
                <a:cs typeface="Calibri"/>
              </a:rPr>
              <a:t>=@.ABAA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70" name="object 76">
            <a:extLst>
              <a:ext uri="{FF2B5EF4-FFF2-40B4-BE49-F238E27FC236}">
                <a16:creationId xmlns:a16="http://schemas.microsoft.com/office/drawing/2014/main" id="{E48C166B-78BD-DA35-74EF-EA199A194CFC}"/>
              </a:ext>
            </a:extLst>
          </p:cNvPr>
          <p:cNvSpPr txBox="1"/>
          <p:nvPr/>
        </p:nvSpPr>
        <p:spPr>
          <a:xfrm>
            <a:off x="8999019" y="3573726"/>
            <a:ext cx="377190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b="1" spc="100" dirty="0">
                <a:latin typeface="Calibri"/>
                <a:cs typeface="Calibri"/>
              </a:rPr>
              <a:t>=@.ABAA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71" name="object 77">
            <a:extLst>
              <a:ext uri="{FF2B5EF4-FFF2-40B4-BE49-F238E27FC236}">
                <a16:creationId xmlns:a16="http://schemas.microsoft.com/office/drawing/2014/main" id="{5677B6E1-056E-5CBC-7C83-7F77A3CEE736}"/>
              </a:ext>
            </a:extLst>
          </p:cNvPr>
          <p:cNvSpPr txBox="1"/>
          <p:nvPr/>
        </p:nvSpPr>
        <p:spPr>
          <a:xfrm>
            <a:off x="1279411" y="3756022"/>
            <a:ext cx="29654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25" dirty="0">
                <a:latin typeface="Calibri"/>
                <a:cs typeface="Calibri"/>
              </a:rPr>
              <a:t>!"</a:t>
            </a:r>
            <a:r>
              <a:rPr sz="500" spc="100" dirty="0">
                <a:latin typeface="Calibri"/>
                <a:cs typeface="Calibri"/>
              </a:rPr>
              <a:t>#</a:t>
            </a:r>
            <a:r>
              <a:rPr sz="500" spc="90" dirty="0">
                <a:latin typeface="Calibri"/>
                <a:cs typeface="Calibri"/>
              </a:rPr>
              <a:t>!=</a:t>
            </a:r>
            <a:r>
              <a:rPr sz="500" spc="100" dirty="0">
                <a:latin typeface="Calibri"/>
                <a:cs typeface="Calibri"/>
              </a:rPr>
              <a:t>#</a:t>
            </a:r>
            <a:r>
              <a:rPr sz="500" spc="5" dirty="0">
                <a:latin typeface="Calibri"/>
                <a:cs typeface="Calibri"/>
              </a:rPr>
              <a:t>!</a:t>
            </a:r>
            <a:r>
              <a:rPr sz="500" spc="30" dirty="0">
                <a:latin typeface="Calibri"/>
                <a:cs typeface="Calibri"/>
              </a:rPr>
              <a:t>"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72" name="object 78">
            <a:extLst>
              <a:ext uri="{FF2B5EF4-FFF2-40B4-BE49-F238E27FC236}">
                <a16:creationId xmlns:a16="http://schemas.microsoft.com/office/drawing/2014/main" id="{E4F4E4BE-5DEB-3FB9-DBA1-DD39872FBE2B}"/>
              </a:ext>
            </a:extLst>
          </p:cNvPr>
          <p:cNvSpPr txBox="1"/>
          <p:nvPr/>
        </p:nvSpPr>
        <p:spPr>
          <a:xfrm>
            <a:off x="1744999" y="3756022"/>
            <a:ext cx="1860550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65" dirty="0">
                <a:latin typeface="Calibri"/>
                <a:cs typeface="Calibri"/>
              </a:rPr>
              <a:t>F7*462%75/-2*7*-/457/?*-/-7/5'7*.*-./-8%45*'4/7/6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73" name="object 79">
            <a:extLst>
              <a:ext uri="{FF2B5EF4-FFF2-40B4-BE49-F238E27FC236}">
                <a16:creationId xmlns:a16="http://schemas.microsoft.com/office/drawing/2014/main" id="{3C23611E-4650-C448-99AE-6D23B760BFAC}"/>
              </a:ext>
            </a:extLst>
          </p:cNvPr>
          <p:cNvSpPr txBox="1"/>
          <p:nvPr/>
        </p:nvSpPr>
        <p:spPr>
          <a:xfrm>
            <a:off x="4915881" y="3756022"/>
            <a:ext cx="126364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114" dirty="0">
                <a:latin typeface="Calibri"/>
                <a:cs typeface="Calibri"/>
              </a:rPr>
              <a:t>9</a:t>
            </a:r>
            <a:r>
              <a:rPr sz="500" spc="80" dirty="0">
                <a:latin typeface="Calibri"/>
                <a:cs typeface="Calibri"/>
              </a:rPr>
              <a:t>&amp;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74" name="object 80">
            <a:extLst>
              <a:ext uri="{FF2B5EF4-FFF2-40B4-BE49-F238E27FC236}">
                <a16:creationId xmlns:a16="http://schemas.microsoft.com/office/drawing/2014/main" id="{D4EB82B8-334C-A509-0874-B3FE981ABF46}"/>
              </a:ext>
            </a:extLst>
          </p:cNvPr>
          <p:cNvSpPr txBox="1"/>
          <p:nvPr/>
        </p:nvSpPr>
        <p:spPr>
          <a:xfrm>
            <a:off x="5157870" y="3756022"/>
            <a:ext cx="34226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-15" dirty="0">
                <a:latin typeface="Calibri"/>
                <a:cs typeface="Calibri"/>
              </a:rPr>
              <a:t>---------"--:-!-!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75" name="object 81">
            <a:extLst>
              <a:ext uri="{FF2B5EF4-FFF2-40B4-BE49-F238E27FC236}">
                <a16:creationId xmlns:a16="http://schemas.microsoft.com/office/drawing/2014/main" id="{07AB9424-5BEB-A460-990A-F05BE633C3DC}"/>
              </a:ext>
            </a:extLst>
          </p:cNvPr>
          <p:cNvSpPr txBox="1"/>
          <p:nvPr/>
        </p:nvSpPr>
        <p:spPr>
          <a:xfrm>
            <a:off x="7024999" y="3756022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76" name="object 82">
            <a:extLst>
              <a:ext uri="{FF2B5EF4-FFF2-40B4-BE49-F238E27FC236}">
                <a16:creationId xmlns:a16="http://schemas.microsoft.com/office/drawing/2014/main" id="{245BE7F0-C92E-F94A-43A0-9043D3893465}"/>
              </a:ext>
            </a:extLst>
          </p:cNvPr>
          <p:cNvSpPr txBox="1"/>
          <p:nvPr/>
        </p:nvSpPr>
        <p:spPr>
          <a:xfrm>
            <a:off x="7662906" y="3756022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77" name="object 83">
            <a:extLst>
              <a:ext uri="{FF2B5EF4-FFF2-40B4-BE49-F238E27FC236}">
                <a16:creationId xmlns:a16="http://schemas.microsoft.com/office/drawing/2014/main" id="{7694EC4A-002D-2C1A-78BD-7865C1555EDC}"/>
              </a:ext>
            </a:extLst>
          </p:cNvPr>
          <p:cNvSpPr txBox="1"/>
          <p:nvPr/>
        </p:nvSpPr>
        <p:spPr>
          <a:xfrm>
            <a:off x="8333438" y="3756022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78" name="object 84">
            <a:extLst>
              <a:ext uri="{FF2B5EF4-FFF2-40B4-BE49-F238E27FC236}">
                <a16:creationId xmlns:a16="http://schemas.microsoft.com/office/drawing/2014/main" id="{A0C76568-B462-96DB-908A-3348DE824C3D}"/>
              </a:ext>
            </a:extLst>
          </p:cNvPr>
          <p:cNvSpPr txBox="1"/>
          <p:nvPr/>
        </p:nvSpPr>
        <p:spPr>
          <a:xfrm>
            <a:off x="8999196" y="3756022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79" name="object 85">
            <a:extLst>
              <a:ext uri="{FF2B5EF4-FFF2-40B4-BE49-F238E27FC236}">
                <a16:creationId xmlns:a16="http://schemas.microsoft.com/office/drawing/2014/main" id="{3FE49B51-38EB-D81E-D395-BEB831941A2E}"/>
              </a:ext>
            </a:extLst>
          </p:cNvPr>
          <p:cNvSpPr txBox="1"/>
          <p:nvPr/>
        </p:nvSpPr>
        <p:spPr>
          <a:xfrm>
            <a:off x="1279587" y="4017322"/>
            <a:ext cx="31940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25" dirty="0">
                <a:latin typeface="Calibri"/>
                <a:cs typeface="Calibri"/>
              </a:rPr>
              <a:t>!"</a:t>
            </a:r>
            <a:r>
              <a:rPr sz="500" spc="100" dirty="0">
                <a:latin typeface="Calibri"/>
                <a:cs typeface="Calibri"/>
              </a:rPr>
              <a:t>#</a:t>
            </a:r>
            <a:r>
              <a:rPr sz="500" spc="90" dirty="0">
                <a:latin typeface="Calibri"/>
                <a:cs typeface="Calibri"/>
              </a:rPr>
              <a:t>!=</a:t>
            </a:r>
            <a:r>
              <a:rPr sz="500" spc="100" dirty="0">
                <a:latin typeface="Calibri"/>
                <a:cs typeface="Calibri"/>
              </a:rPr>
              <a:t>#</a:t>
            </a:r>
            <a:r>
              <a:rPr sz="500" spc="5" dirty="0">
                <a:latin typeface="Calibri"/>
                <a:cs typeface="Calibri"/>
              </a:rPr>
              <a:t>!</a:t>
            </a:r>
            <a:r>
              <a:rPr sz="500" spc="165" dirty="0">
                <a:latin typeface="Calibri"/>
                <a:cs typeface="Calibri"/>
              </a:rPr>
              <a:t>=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80" name="object 86">
            <a:extLst>
              <a:ext uri="{FF2B5EF4-FFF2-40B4-BE49-F238E27FC236}">
                <a16:creationId xmlns:a16="http://schemas.microsoft.com/office/drawing/2014/main" id="{E11DE506-1E8B-A251-56D6-DE154009F388}"/>
              </a:ext>
            </a:extLst>
          </p:cNvPr>
          <p:cNvSpPr txBox="1"/>
          <p:nvPr/>
        </p:nvSpPr>
        <p:spPr>
          <a:xfrm>
            <a:off x="1744557" y="3882385"/>
            <a:ext cx="3088640" cy="36957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500" spc="70" dirty="0">
                <a:latin typeface="Calibri"/>
                <a:cs typeface="Calibri"/>
              </a:rPr>
              <a:t>N%74/8'3/45%-./-I%45*'4/7-O/65'K7'%6-/-P*4@/'7%6:-'48(16%-'45/7('?*+,%-/3-7/./-./-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75" dirty="0">
                <a:latin typeface="Calibri"/>
                <a:cs typeface="Calibri"/>
              </a:rPr>
              <a:t>/6?%5%-/G'65/45/:-*5/77*3/45%-/-'(13'4*+,%#-&gt;/?1'7-7/8%3/4.*+J/6-./-</a:t>
            </a:r>
            <a:endParaRPr sz="500">
              <a:latin typeface="Calibri"/>
              <a:cs typeface="Calibri"/>
            </a:endParaRPr>
          </a:p>
          <a:p>
            <a:pPr marL="12700" marR="10160">
              <a:lnSpc>
                <a:spcPct val="112799"/>
              </a:lnSpc>
            </a:pPr>
            <a:r>
              <a:rPr sz="500" spc="95" dirty="0">
                <a:latin typeface="Calibri"/>
                <a:cs typeface="Calibri"/>
              </a:rPr>
              <a:t>.'3/46'%4*3/45%-8%4Q%73/-R;-"S-A-ITRUVWXD&gt;-D-$DVT-E$PVDRFD-UD-F;EPEYZT- </a:t>
            </a:r>
            <a:r>
              <a:rPr sz="500" spc="-100" dirty="0">
                <a:latin typeface="Calibri"/>
                <a:cs typeface="Calibri"/>
              </a:rPr>
              <a:t> </a:t>
            </a:r>
            <a:r>
              <a:rPr sz="500" spc="85" dirty="0">
                <a:latin typeface="Calibri"/>
                <a:cs typeface="Calibri"/>
              </a:rPr>
              <a:t>RE-VRU[&gt;F;VE-UE-ITR&gt;F;\W]T#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81" name="object 87">
            <a:extLst>
              <a:ext uri="{FF2B5EF4-FFF2-40B4-BE49-F238E27FC236}">
                <a16:creationId xmlns:a16="http://schemas.microsoft.com/office/drawing/2014/main" id="{9DD4A3AB-060B-9A50-F963-7D2607464D2A}"/>
              </a:ext>
            </a:extLst>
          </p:cNvPr>
          <p:cNvSpPr txBox="1"/>
          <p:nvPr/>
        </p:nvSpPr>
        <p:spPr>
          <a:xfrm>
            <a:off x="4915396" y="4017320"/>
            <a:ext cx="126364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114" dirty="0">
                <a:latin typeface="Calibri"/>
                <a:cs typeface="Calibri"/>
              </a:rPr>
              <a:t>9</a:t>
            </a:r>
            <a:r>
              <a:rPr sz="500" spc="80" dirty="0">
                <a:latin typeface="Calibri"/>
                <a:cs typeface="Calibri"/>
              </a:rPr>
              <a:t>&amp;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82" name="object 88">
            <a:extLst>
              <a:ext uri="{FF2B5EF4-FFF2-40B4-BE49-F238E27FC236}">
                <a16:creationId xmlns:a16="http://schemas.microsoft.com/office/drawing/2014/main" id="{14AC4BF8-0934-6069-6B62-E5E72F33AA08}"/>
              </a:ext>
            </a:extLst>
          </p:cNvPr>
          <p:cNvSpPr txBox="1"/>
          <p:nvPr/>
        </p:nvSpPr>
        <p:spPr>
          <a:xfrm>
            <a:off x="5157385" y="4017320"/>
            <a:ext cx="34226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-15" dirty="0">
                <a:latin typeface="Calibri"/>
                <a:cs typeface="Calibri"/>
              </a:rPr>
              <a:t>---------"--:-!-!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83" name="object 89">
            <a:extLst>
              <a:ext uri="{FF2B5EF4-FFF2-40B4-BE49-F238E27FC236}">
                <a16:creationId xmlns:a16="http://schemas.microsoft.com/office/drawing/2014/main" id="{5CCE6061-5907-1409-02CB-6A48DA37E190}"/>
              </a:ext>
            </a:extLst>
          </p:cNvPr>
          <p:cNvSpPr txBox="1"/>
          <p:nvPr/>
        </p:nvSpPr>
        <p:spPr>
          <a:xfrm>
            <a:off x="7024513" y="4017320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84" name="object 90">
            <a:extLst>
              <a:ext uri="{FF2B5EF4-FFF2-40B4-BE49-F238E27FC236}">
                <a16:creationId xmlns:a16="http://schemas.microsoft.com/office/drawing/2014/main" id="{47522A8E-CF45-86B7-5482-1EDC37C2780D}"/>
              </a:ext>
            </a:extLst>
          </p:cNvPr>
          <p:cNvSpPr txBox="1"/>
          <p:nvPr/>
        </p:nvSpPr>
        <p:spPr>
          <a:xfrm>
            <a:off x="7662420" y="4017320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85" name="object 91">
            <a:extLst>
              <a:ext uri="{FF2B5EF4-FFF2-40B4-BE49-F238E27FC236}">
                <a16:creationId xmlns:a16="http://schemas.microsoft.com/office/drawing/2014/main" id="{39131CC0-41D4-7811-98AB-3529AB84EFE7}"/>
              </a:ext>
            </a:extLst>
          </p:cNvPr>
          <p:cNvSpPr txBox="1"/>
          <p:nvPr/>
        </p:nvSpPr>
        <p:spPr>
          <a:xfrm>
            <a:off x="8332953" y="4017320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86" name="object 92">
            <a:extLst>
              <a:ext uri="{FF2B5EF4-FFF2-40B4-BE49-F238E27FC236}">
                <a16:creationId xmlns:a16="http://schemas.microsoft.com/office/drawing/2014/main" id="{BB2D8345-6E8F-C4D8-751B-BA4513A6E4FB}"/>
              </a:ext>
            </a:extLst>
          </p:cNvPr>
          <p:cNvSpPr txBox="1"/>
          <p:nvPr/>
        </p:nvSpPr>
        <p:spPr>
          <a:xfrm>
            <a:off x="8998711" y="4017320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87" name="object 93">
            <a:extLst>
              <a:ext uri="{FF2B5EF4-FFF2-40B4-BE49-F238E27FC236}">
                <a16:creationId xmlns:a16="http://schemas.microsoft.com/office/drawing/2014/main" id="{CE82C9C0-66A7-0656-C337-3AD65B75AE20}"/>
              </a:ext>
            </a:extLst>
          </p:cNvPr>
          <p:cNvSpPr txBox="1"/>
          <p:nvPr/>
        </p:nvSpPr>
        <p:spPr>
          <a:xfrm>
            <a:off x="1279102" y="4282146"/>
            <a:ext cx="31813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70" dirty="0">
                <a:latin typeface="Calibri"/>
                <a:cs typeface="Calibri"/>
              </a:rPr>
              <a:t>!"#!=#!C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88" name="object 94">
            <a:extLst>
              <a:ext uri="{FF2B5EF4-FFF2-40B4-BE49-F238E27FC236}">
                <a16:creationId xmlns:a16="http://schemas.microsoft.com/office/drawing/2014/main" id="{A403537C-3F45-CFC4-C83C-39659EE92FB5}"/>
              </a:ext>
            </a:extLst>
          </p:cNvPr>
          <p:cNvSpPr txBox="1"/>
          <p:nvPr/>
        </p:nvSpPr>
        <p:spPr>
          <a:xfrm>
            <a:off x="1744690" y="4229847"/>
            <a:ext cx="3002280" cy="19748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500" spc="75" dirty="0">
                <a:latin typeface="Calibri"/>
                <a:cs typeface="Calibri"/>
              </a:rPr>
              <a:t>I*45/'7%-./-%&amp;7*6:-(%8*+,%-3/46*(-./-8%45*'4/7-2*7*-/687'5B7'%:-*(3%G*7'Q*.%:-</a:t>
            </a:r>
            <a:endParaRPr sz="5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500" spc="75" dirty="0">
                <a:latin typeface="Calibri"/>
                <a:cs typeface="Calibri"/>
              </a:rPr>
              <a:t>./2B6'5%6-/-16%6-.'9/76%6-'48(16'9/-*73K7'%6-/-27*5/(/'7*6</a:t>
            </a:r>
            <a:endParaRPr sz="500" dirty="0">
              <a:latin typeface="Calibri"/>
              <a:cs typeface="Calibri"/>
            </a:endParaRPr>
          </a:p>
        </p:txBody>
      </p:sp>
      <p:sp>
        <p:nvSpPr>
          <p:cNvPr id="89" name="object 95">
            <a:extLst>
              <a:ext uri="{FF2B5EF4-FFF2-40B4-BE49-F238E27FC236}">
                <a16:creationId xmlns:a16="http://schemas.microsoft.com/office/drawing/2014/main" id="{D2D86466-1B80-FFB1-61D0-2761E22C9F88}"/>
              </a:ext>
            </a:extLst>
          </p:cNvPr>
          <p:cNvSpPr txBox="1"/>
          <p:nvPr/>
        </p:nvSpPr>
        <p:spPr>
          <a:xfrm>
            <a:off x="4915661" y="4282146"/>
            <a:ext cx="126364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114" dirty="0">
                <a:latin typeface="Calibri"/>
                <a:cs typeface="Calibri"/>
              </a:rPr>
              <a:t>9</a:t>
            </a:r>
            <a:r>
              <a:rPr sz="500" spc="80" dirty="0">
                <a:latin typeface="Calibri"/>
                <a:cs typeface="Calibri"/>
              </a:rPr>
              <a:t>&amp;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90" name="object 96">
            <a:extLst>
              <a:ext uri="{FF2B5EF4-FFF2-40B4-BE49-F238E27FC236}">
                <a16:creationId xmlns:a16="http://schemas.microsoft.com/office/drawing/2014/main" id="{71423D89-01F8-09E2-8FA9-455AF8892D75}"/>
              </a:ext>
            </a:extLst>
          </p:cNvPr>
          <p:cNvSpPr txBox="1"/>
          <p:nvPr/>
        </p:nvSpPr>
        <p:spPr>
          <a:xfrm>
            <a:off x="5157650" y="4282146"/>
            <a:ext cx="34226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-15" dirty="0">
                <a:latin typeface="Calibri"/>
                <a:cs typeface="Calibri"/>
              </a:rPr>
              <a:t>---------"--:-!-!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91" name="object 97">
            <a:extLst>
              <a:ext uri="{FF2B5EF4-FFF2-40B4-BE49-F238E27FC236}">
                <a16:creationId xmlns:a16="http://schemas.microsoft.com/office/drawing/2014/main" id="{95FC538A-402A-08D3-7A1E-4AF883F93116}"/>
              </a:ext>
            </a:extLst>
          </p:cNvPr>
          <p:cNvSpPr txBox="1"/>
          <p:nvPr/>
        </p:nvSpPr>
        <p:spPr>
          <a:xfrm>
            <a:off x="7024778" y="4282146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92" name="object 98">
            <a:extLst>
              <a:ext uri="{FF2B5EF4-FFF2-40B4-BE49-F238E27FC236}">
                <a16:creationId xmlns:a16="http://schemas.microsoft.com/office/drawing/2014/main" id="{61540984-884B-C2F1-D744-F73F5E3FBEAF}"/>
              </a:ext>
            </a:extLst>
          </p:cNvPr>
          <p:cNvSpPr txBox="1"/>
          <p:nvPr/>
        </p:nvSpPr>
        <p:spPr>
          <a:xfrm>
            <a:off x="7662686" y="4282146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93" name="object 99">
            <a:extLst>
              <a:ext uri="{FF2B5EF4-FFF2-40B4-BE49-F238E27FC236}">
                <a16:creationId xmlns:a16="http://schemas.microsoft.com/office/drawing/2014/main" id="{C373F4D7-1482-CC42-357A-4818720A9890}"/>
              </a:ext>
            </a:extLst>
          </p:cNvPr>
          <p:cNvSpPr txBox="1"/>
          <p:nvPr/>
        </p:nvSpPr>
        <p:spPr>
          <a:xfrm>
            <a:off x="8333218" y="4282146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94" name="object 100">
            <a:extLst>
              <a:ext uri="{FF2B5EF4-FFF2-40B4-BE49-F238E27FC236}">
                <a16:creationId xmlns:a16="http://schemas.microsoft.com/office/drawing/2014/main" id="{2EA8157E-277E-02D0-EC56-C0933B0821AE}"/>
              </a:ext>
            </a:extLst>
          </p:cNvPr>
          <p:cNvSpPr txBox="1"/>
          <p:nvPr/>
        </p:nvSpPr>
        <p:spPr>
          <a:xfrm>
            <a:off x="8998976" y="4282146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95" name="object 101">
            <a:extLst>
              <a:ext uri="{FF2B5EF4-FFF2-40B4-BE49-F238E27FC236}">
                <a16:creationId xmlns:a16="http://schemas.microsoft.com/office/drawing/2014/main" id="{EB55FFE9-A1C3-DAED-A751-4C488FBBAD9A}"/>
              </a:ext>
            </a:extLst>
          </p:cNvPr>
          <p:cNvSpPr txBox="1"/>
          <p:nvPr/>
        </p:nvSpPr>
        <p:spPr>
          <a:xfrm>
            <a:off x="1279367" y="4543576"/>
            <a:ext cx="32448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70" dirty="0">
                <a:latin typeface="Calibri"/>
                <a:cs typeface="Calibri"/>
              </a:rPr>
              <a:t>!"#!=#!H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96" name="object 102">
            <a:extLst>
              <a:ext uri="{FF2B5EF4-FFF2-40B4-BE49-F238E27FC236}">
                <a16:creationId xmlns:a16="http://schemas.microsoft.com/office/drawing/2014/main" id="{1F986AE1-84D2-39D3-9536-9CA59B1FE963}"/>
              </a:ext>
            </a:extLst>
          </p:cNvPr>
          <p:cNvSpPr txBox="1"/>
          <p:nvPr/>
        </p:nvSpPr>
        <p:spPr>
          <a:xfrm>
            <a:off x="1744557" y="4408802"/>
            <a:ext cx="3103880" cy="28321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500" spc="75" dirty="0">
                <a:latin typeface="Calibri"/>
                <a:cs typeface="Calibri"/>
              </a:rPr>
              <a:t>D4/7?'*-/(^57'8*-A-U'657'&amp;1'+,%-?/7*(-./457%-.%-_*(2,%-/-8*45/'7%-./-%&amp;7*-8%3-7*3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500" spc="75" dirty="0">
                <a:latin typeface="Calibri"/>
                <a:cs typeface="Calibri"/>
              </a:rPr>
              <a:t>01*.7%6#-T-_*(2,%-/65K-8%3-/4/7?'*-/3-5%.%6-%6-2*'4^'6-/-8%3-'(13'4*+,%-/3-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70" dirty="0">
                <a:latin typeface="Calibri"/>
                <a:cs typeface="Calibri"/>
              </a:rPr>
              <a:t>Q148'%4*3/45%</a:t>
            </a:r>
            <a:r>
              <a:rPr sz="500" b="1" spc="70" dirty="0">
                <a:latin typeface="Calibri"/>
                <a:cs typeface="Calibri"/>
              </a:rPr>
              <a:t>7</a:t>
            </a:r>
            <a:r>
              <a:rPr sz="500" spc="70" dirty="0">
                <a:latin typeface="Calibri"/>
                <a:cs typeface="Calibri"/>
              </a:rPr>
              <a:t>#</a:t>
            </a:r>
            <a:r>
              <a:rPr sz="500" b="1" spc="70" dirty="0">
                <a:latin typeface="Calibri"/>
                <a:cs typeface="Calibri"/>
              </a:rPr>
              <a:t>I</a:t>
            </a:r>
            <a:r>
              <a:rPr sz="500" spc="70" dirty="0">
                <a:latin typeface="Calibri"/>
                <a:cs typeface="Calibri"/>
              </a:rPr>
              <a:t>-</a:t>
            </a:r>
            <a:r>
              <a:rPr sz="500" b="1" spc="70" dirty="0">
                <a:latin typeface="Calibri"/>
                <a:cs typeface="Calibri"/>
              </a:rPr>
              <a:t>2.J.K+,L#)#$2.')#-#M(,.(N.)2L($(N.+O)+,"(N.+O#N)+")+N.$2.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97" name="object 103">
            <a:extLst>
              <a:ext uri="{FF2B5EF4-FFF2-40B4-BE49-F238E27FC236}">
                <a16:creationId xmlns:a16="http://schemas.microsoft.com/office/drawing/2014/main" id="{093116D8-7A37-649A-C10D-FFB901BAA6D1}"/>
              </a:ext>
            </a:extLst>
          </p:cNvPr>
          <p:cNvSpPr txBox="1"/>
          <p:nvPr/>
        </p:nvSpPr>
        <p:spPr>
          <a:xfrm>
            <a:off x="1744557" y="4674103"/>
            <a:ext cx="57086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b="1" spc="90" dirty="0">
                <a:latin typeface="Calibri"/>
                <a:cs typeface="Calibri"/>
              </a:rPr>
              <a:t>P2"$2LQ"##2%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98" name="object 104">
            <a:extLst>
              <a:ext uri="{FF2B5EF4-FFF2-40B4-BE49-F238E27FC236}">
                <a16:creationId xmlns:a16="http://schemas.microsoft.com/office/drawing/2014/main" id="{C16AE751-65B2-BB6F-6830-E3A2DE4255CC}"/>
              </a:ext>
            </a:extLst>
          </p:cNvPr>
          <p:cNvSpPr txBox="1"/>
          <p:nvPr/>
        </p:nvSpPr>
        <p:spPr>
          <a:xfrm>
            <a:off x="4915396" y="4543573"/>
            <a:ext cx="126364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114" dirty="0">
                <a:latin typeface="Calibri"/>
                <a:cs typeface="Calibri"/>
              </a:rPr>
              <a:t>9</a:t>
            </a:r>
            <a:r>
              <a:rPr sz="500" spc="80" dirty="0">
                <a:latin typeface="Calibri"/>
                <a:cs typeface="Calibri"/>
              </a:rPr>
              <a:t>&amp;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99" name="object 105">
            <a:extLst>
              <a:ext uri="{FF2B5EF4-FFF2-40B4-BE49-F238E27FC236}">
                <a16:creationId xmlns:a16="http://schemas.microsoft.com/office/drawing/2014/main" id="{766B3D98-4ACA-3A1D-F36A-2D768424BB77}"/>
              </a:ext>
            </a:extLst>
          </p:cNvPr>
          <p:cNvSpPr txBox="1"/>
          <p:nvPr/>
        </p:nvSpPr>
        <p:spPr>
          <a:xfrm>
            <a:off x="5157385" y="4543573"/>
            <a:ext cx="34226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-15" dirty="0">
                <a:latin typeface="Calibri"/>
                <a:cs typeface="Calibri"/>
              </a:rPr>
              <a:t>---------"--:-!-!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00" name="object 106">
            <a:extLst>
              <a:ext uri="{FF2B5EF4-FFF2-40B4-BE49-F238E27FC236}">
                <a16:creationId xmlns:a16="http://schemas.microsoft.com/office/drawing/2014/main" id="{953FF516-22D8-2AB8-E231-C52C71BB2907}"/>
              </a:ext>
            </a:extLst>
          </p:cNvPr>
          <p:cNvSpPr txBox="1"/>
          <p:nvPr/>
        </p:nvSpPr>
        <p:spPr>
          <a:xfrm>
            <a:off x="7024513" y="4543573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01" name="object 107">
            <a:extLst>
              <a:ext uri="{FF2B5EF4-FFF2-40B4-BE49-F238E27FC236}">
                <a16:creationId xmlns:a16="http://schemas.microsoft.com/office/drawing/2014/main" id="{1A6E0F1F-D890-B132-2440-109896C0312E}"/>
              </a:ext>
            </a:extLst>
          </p:cNvPr>
          <p:cNvSpPr txBox="1"/>
          <p:nvPr/>
        </p:nvSpPr>
        <p:spPr>
          <a:xfrm>
            <a:off x="7662420" y="4543573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02" name="object 108">
            <a:extLst>
              <a:ext uri="{FF2B5EF4-FFF2-40B4-BE49-F238E27FC236}">
                <a16:creationId xmlns:a16="http://schemas.microsoft.com/office/drawing/2014/main" id="{B0227672-4BE0-9165-71C5-07AA7478F3EE}"/>
              </a:ext>
            </a:extLst>
          </p:cNvPr>
          <p:cNvSpPr txBox="1"/>
          <p:nvPr/>
        </p:nvSpPr>
        <p:spPr>
          <a:xfrm>
            <a:off x="8332953" y="4543573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03" name="object 109">
            <a:extLst>
              <a:ext uri="{FF2B5EF4-FFF2-40B4-BE49-F238E27FC236}">
                <a16:creationId xmlns:a16="http://schemas.microsoft.com/office/drawing/2014/main" id="{7BBCB7F3-A7D3-A50F-793B-A6ABBFD0D159}"/>
              </a:ext>
            </a:extLst>
          </p:cNvPr>
          <p:cNvSpPr txBox="1"/>
          <p:nvPr/>
        </p:nvSpPr>
        <p:spPr>
          <a:xfrm>
            <a:off x="8998711" y="4543573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04" name="object 110">
            <a:extLst>
              <a:ext uri="{FF2B5EF4-FFF2-40B4-BE49-F238E27FC236}">
                <a16:creationId xmlns:a16="http://schemas.microsoft.com/office/drawing/2014/main" id="{9B0FA2A1-5F7A-22F9-657E-D0A151BA6978}"/>
              </a:ext>
            </a:extLst>
          </p:cNvPr>
          <p:cNvSpPr txBox="1"/>
          <p:nvPr/>
        </p:nvSpPr>
        <p:spPr>
          <a:xfrm>
            <a:off x="1279102" y="4808268"/>
            <a:ext cx="293370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60" dirty="0">
                <a:latin typeface="Calibri"/>
                <a:cs typeface="Calibri"/>
              </a:rPr>
              <a:t>!"#!=#!`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05" name="object 111">
            <a:extLst>
              <a:ext uri="{FF2B5EF4-FFF2-40B4-BE49-F238E27FC236}">
                <a16:creationId xmlns:a16="http://schemas.microsoft.com/office/drawing/2014/main" id="{F40E9524-565F-A775-1D01-1BC0F8ADDBAA}"/>
              </a:ext>
            </a:extLst>
          </p:cNvPr>
          <p:cNvSpPr txBox="1"/>
          <p:nvPr/>
        </p:nvSpPr>
        <p:spPr>
          <a:xfrm>
            <a:off x="1744690" y="4763608"/>
            <a:ext cx="309562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70" dirty="0">
                <a:latin typeface="Calibri"/>
                <a:cs typeface="Calibri"/>
              </a:rPr>
              <a:t>a?1*-2%5K9/(-A--;/./-./-.'657'&amp;1'+,%-'48(16'9/-5%74/'7*6-/-=-&amp;/&amp;/.%17%6-'4.1657'*'6#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06" name="object 112">
            <a:extLst>
              <a:ext uri="{FF2B5EF4-FFF2-40B4-BE49-F238E27FC236}">
                <a16:creationId xmlns:a16="http://schemas.microsoft.com/office/drawing/2014/main" id="{F9E180B9-A708-BDEB-3887-C648B1976D17}"/>
              </a:ext>
            </a:extLst>
          </p:cNvPr>
          <p:cNvSpPr txBox="1"/>
          <p:nvPr/>
        </p:nvSpPr>
        <p:spPr>
          <a:xfrm>
            <a:off x="1744557" y="4849582"/>
            <a:ext cx="2811780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b="1" spc="75" dirty="0">
                <a:latin typeface="Calibri"/>
                <a:cs typeface="Calibri"/>
              </a:rPr>
              <a:t>7I2.J.K+,L#)#$2.')#-#M(,.(N.)2,"+#,(N.+O)+,"(N.+O#N)+")+N.$2.P2"$2LQ"##2%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07" name="object 113">
            <a:extLst>
              <a:ext uri="{FF2B5EF4-FFF2-40B4-BE49-F238E27FC236}">
                <a16:creationId xmlns:a16="http://schemas.microsoft.com/office/drawing/2014/main" id="{7DC456D1-8D57-7C57-2FCA-4E8000CC9D4E}"/>
              </a:ext>
            </a:extLst>
          </p:cNvPr>
          <p:cNvSpPr txBox="1"/>
          <p:nvPr/>
        </p:nvSpPr>
        <p:spPr>
          <a:xfrm>
            <a:off x="4915396" y="4808261"/>
            <a:ext cx="126364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114" dirty="0">
                <a:latin typeface="Calibri"/>
                <a:cs typeface="Calibri"/>
              </a:rPr>
              <a:t>9</a:t>
            </a:r>
            <a:r>
              <a:rPr sz="500" spc="80" dirty="0">
                <a:latin typeface="Calibri"/>
                <a:cs typeface="Calibri"/>
              </a:rPr>
              <a:t>&amp;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08" name="object 114">
            <a:extLst>
              <a:ext uri="{FF2B5EF4-FFF2-40B4-BE49-F238E27FC236}">
                <a16:creationId xmlns:a16="http://schemas.microsoft.com/office/drawing/2014/main" id="{764ED0D6-DE9D-7655-9AD9-D1F01A3A008F}"/>
              </a:ext>
            </a:extLst>
          </p:cNvPr>
          <p:cNvSpPr txBox="1"/>
          <p:nvPr/>
        </p:nvSpPr>
        <p:spPr>
          <a:xfrm>
            <a:off x="5157385" y="4808261"/>
            <a:ext cx="34226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-15" dirty="0">
                <a:latin typeface="Calibri"/>
                <a:cs typeface="Calibri"/>
              </a:rPr>
              <a:t>---------"--:-!-!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09" name="object 115">
            <a:extLst>
              <a:ext uri="{FF2B5EF4-FFF2-40B4-BE49-F238E27FC236}">
                <a16:creationId xmlns:a16="http://schemas.microsoft.com/office/drawing/2014/main" id="{604BDBA2-0CED-A053-616C-E934D26C5746}"/>
              </a:ext>
            </a:extLst>
          </p:cNvPr>
          <p:cNvSpPr txBox="1"/>
          <p:nvPr/>
        </p:nvSpPr>
        <p:spPr>
          <a:xfrm>
            <a:off x="7024513" y="4808261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10" name="object 116">
            <a:extLst>
              <a:ext uri="{FF2B5EF4-FFF2-40B4-BE49-F238E27FC236}">
                <a16:creationId xmlns:a16="http://schemas.microsoft.com/office/drawing/2014/main" id="{828D6401-AFA2-5078-FA6D-65176215EEFE}"/>
              </a:ext>
            </a:extLst>
          </p:cNvPr>
          <p:cNvSpPr txBox="1"/>
          <p:nvPr/>
        </p:nvSpPr>
        <p:spPr>
          <a:xfrm>
            <a:off x="7662420" y="4808261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11" name="object 117">
            <a:extLst>
              <a:ext uri="{FF2B5EF4-FFF2-40B4-BE49-F238E27FC236}">
                <a16:creationId xmlns:a16="http://schemas.microsoft.com/office/drawing/2014/main" id="{CBE5CD04-6B1F-9A1E-45EC-24514B4FAC28}"/>
              </a:ext>
            </a:extLst>
          </p:cNvPr>
          <p:cNvSpPr txBox="1"/>
          <p:nvPr/>
        </p:nvSpPr>
        <p:spPr>
          <a:xfrm>
            <a:off x="8332953" y="4808261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12" name="object 118">
            <a:extLst>
              <a:ext uri="{FF2B5EF4-FFF2-40B4-BE49-F238E27FC236}">
                <a16:creationId xmlns:a16="http://schemas.microsoft.com/office/drawing/2014/main" id="{FC019F17-6670-2F56-0EC0-3189AA5D3FE1}"/>
              </a:ext>
            </a:extLst>
          </p:cNvPr>
          <p:cNvSpPr txBox="1"/>
          <p:nvPr/>
        </p:nvSpPr>
        <p:spPr>
          <a:xfrm>
            <a:off x="8998711" y="4808261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13" name="object 119">
            <a:extLst>
              <a:ext uri="{FF2B5EF4-FFF2-40B4-BE49-F238E27FC236}">
                <a16:creationId xmlns:a16="http://schemas.microsoft.com/office/drawing/2014/main" id="{26BE1560-162E-36FB-E95E-44FDCB824C00}"/>
              </a:ext>
            </a:extLst>
          </p:cNvPr>
          <p:cNvSpPr txBox="1"/>
          <p:nvPr/>
        </p:nvSpPr>
        <p:spPr>
          <a:xfrm>
            <a:off x="1279102" y="5035282"/>
            <a:ext cx="31686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25" dirty="0">
                <a:latin typeface="Calibri"/>
                <a:cs typeface="Calibri"/>
              </a:rPr>
              <a:t>!"</a:t>
            </a:r>
            <a:r>
              <a:rPr sz="500" spc="100" dirty="0">
                <a:latin typeface="Calibri"/>
                <a:cs typeface="Calibri"/>
              </a:rPr>
              <a:t>#</a:t>
            </a:r>
            <a:r>
              <a:rPr sz="500" spc="90" dirty="0">
                <a:latin typeface="Calibri"/>
                <a:cs typeface="Calibri"/>
              </a:rPr>
              <a:t>!=</a:t>
            </a:r>
            <a:r>
              <a:rPr sz="500" spc="100" dirty="0">
                <a:latin typeface="Calibri"/>
                <a:cs typeface="Calibri"/>
              </a:rPr>
              <a:t>#</a:t>
            </a:r>
            <a:r>
              <a:rPr sz="500" spc="5" dirty="0">
                <a:latin typeface="Calibri"/>
                <a:cs typeface="Calibri"/>
              </a:rPr>
              <a:t>!</a:t>
            </a:r>
            <a:r>
              <a:rPr sz="500" spc="130" dirty="0">
                <a:latin typeface="Calibri"/>
                <a:cs typeface="Calibri"/>
              </a:rPr>
              <a:t>b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14" name="object 120">
            <a:extLst>
              <a:ext uri="{FF2B5EF4-FFF2-40B4-BE49-F238E27FC236}">
                <a16:creationId xmlns:a16="http://schemas.microsoft.com/office/drawing/2014/main" id="{E2D45105-DD3A-D4BF-70AF-5D2B4444E79A}"/>
              </a:ext>
            </a:extLst>
          </p:cNvPr>
          <p:cNvSpPr txBox="1"/>
          <p:nvPr/>
        </p:nvSpPr>
        <p:spPr>
          <a:xfrm>
            <a:off x="1744557" y="4941653"/>
            <a:ext cx="3261995" cy="283845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500" spc="65" dirty="0">
                <a:latin typeface="Calibri"/>
                <a:cs typeface="Calibri"/>
              </a:rPr>
              <a:t>F*213/6-Q'G%6-8%3-5/(@*6-3/5K('8*6-57*2/)%'.*(-2'45*.*:-*(517*-./-=:!!3:-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75" dirty="0">
                <a:latin typeface="Calibri"/>
                <a:cs typeface="Calibri"/>
              </a:rPr>
              <a:t>/6571517*.*6-/3-3*./'7*:-'48(16'9/-2%75J/6-/-3*415/4+,%-.17*45/-5%.%-%-2/7c%.%-.    </a:t>
            </a:r>
            <a:r>
              <a:rPr sz="500" spc="235" dirty="0">
                <a:latin typeface="Calibri"/>
                <a:cs typeface="Calibri"/>
              </a:rPr>
              <a:t> </a:t>
            </a:r>
            <a:r>
              <a:rPr sz="500" spc="70" dirty="0">
                <a:latin typeface="Calibri"/>
                <a:cs typeface="Calibri"/>
              </a:rPr>
              <a:t>3f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500" spc="75" dirty="0">
                <a:latin typeface="Calibri"/>
                <a:cs typeface="Calibri"/>
              </a:rPr>
              <a:t>%&amp;7*-d9/7-3%./(%-*-6/?1'7-/3-$/3%7'*(-U/687'5'9%e#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15" name="object 121">
            <a:extLst>
              <a:ext uri="{FF2B5EF4-FFF2-40B4-BE49-F238E27FC236}">
                <a16:creationId xmlns:a16="http://schemas.microsoft.com/office/drawing/2014/main" id="{D7061013-BE7B-5542-4B7F-D37D342FC71D}"/>
              </a:ext>
            </a:extLst>
          </p:cNvPr>
          <p:cNvSpPr txBox="1"/>
          <p:nvPr/>
        </p:nvSpPr>
        <p:spPr>
          <a:xfrm>
            <a:off x="5157340" y="5035296"/>
            <a:ext cx="346710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5" dirty="0">
                <a:latin typeface="Calibri"/>
                <a:cs typeface="Calibri"/>
              </a:rPr>
              <a:t>------C--=!:!!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16" name="object 122">
            <a:extLst>
              <a:ext uri="{FF2B5EF4-FFF2-40B4-BE49-F238E27FC236}">
                <a16:creationId xmlns:a16="http://schemas.microsoft.com/office/drawing/2014/main" id="{4AC473C2-04B7-9B70-CB4C-C8D96F42F0F3}"/>
              </a:ext>
            </a:extLst>
          </p:cNvPr>
          <p:cNvSpPr txBox="1"/>
          <p:nvPr/>
        </p:nvSpPr>
        <p:spPr>
          <a:xfrm>
            <a:off x="7024379" y="5035296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17" name="object 123">
            <a:extLst>
              <a:ext uri="{FF2B5EF4-FFF2-40B4-BE49-F238E27FC236}">
                <a16:creationId xmlns:a16="http://schemas.microsoft.com/office/drawing/2014/main" id="{A405236B-340C-0200-FB19-833F19B67B5A}"/>
              </a:ext>
            </a:extLst>
          </p:cNvPr>
          <p:cNvSpPr txBox="1"/>
          <p:nvPr/>
        </p:nvSpPr>
        <p:spPr>
          <a:xfrm>
            <a:off x="7662287" y="5035296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18" name="object 124">
            <a:extLst>
              <a:ext uri="{FF2B5EF4-FFF2-40B4-BE49-F238E27FC236}">
                <a16:creationId xmlns:a16="http://schemas.microsoft.com/office/drawing/2014/main" id="{41DCE024-5058-6C17-6480-D34700E818E2}"/>
              </a:ext>
            </a:extLst>
          </p:cNvPr>
          <p:cNvSpPr txBox="1"/>
          <p:nvPr/>
        </p:nvSpPr>
        <p:spPr>
          <a:xfrm>
            <a:off x="8332820" y="5035296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19" name="object 125">
            <a:extLst>
              <a:ext uri="{FF2B5EF4-FFF2-40B4-BE49-F238E27FC236}">
                <a16:creationId xmlns:a16="http://schemas.microsoft.com/office/drawing/2014/main" id="{05F3EEAA-5D00-3101-29DC-0A571333AE46}"/>
              </a:ext>
            </a:extLst>
          </p:cNvPr>
          <p:cNvSpPr txBox="1"/>
          <p:nvPr/>
        </p:nvSpPr>
        <p:spPr>
          <a:xfrm>
            <a:off x="8998577" y="5035296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20" name="object 126">
            <a:extLst>
              <a:ext uri="{FF2B5EF4-FFF2-40B4-BE49-F238E27FC236}">
                <a16:creationId xmlns:a16="http://schemas.microsoft.com/office/drawing/2014/main" id="{8E7CFAF2-5883-042E-7334-0FD464C89810}"/>
              </a:ext>
            </a:extLst>
          </p:cNvPr>
          <p:cNvSpPr txBox="1"/>
          <p:nvPr/>
        </p:nvSpPr>
        <p:spPr>
          <a:xfrm>
            <a:off x="1278969" y="5310307"/>
            <a:ext cx="337820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25" dirty="0">
                <a:latin typeface="Calibri"/>
                <a:cs typeface="Calibri"/>
              </a:rPr>
              <a:t>!"</a:t>
            </a:r>
            <a:r>
              <a:rPr sz="500" spc="100" dirty="0">
                <a:latin typeface="Calibri"/>
                <a:cs typeface="Calibri"/>
              </a:rPr>
              <a:t>#</a:t>
            </a:r>
            <a:r>
              <a:rPr sz="500" spc="90" dirty="0">
                <a:latin typeface="Calibri"/>
                <a:cs typeface="Calibri"/>
              </a:rPr>
              <a:t>!=</a:t>
            </a:r>
            <a:r>
              <a:rPr sz="500" spc="100" dirty="0">
                <a:latin typeface="Calibri"/>
                <a:cs typeface="Calibri"/>
              </a:rPr>
              <a:t>#</a:t>
            </a:r>
            <a:r>
              <a:rPr sz="500" spc="5" dirty="0">
                <a:latin typeface="Calibri"/>
                <a:cs typeface="Calibri"/>
              </a:rPr>
              <a:t>!</a:t>
            </a:r>
            <a:r>
              <a:rPr sz="500" spc="130" dirty="0">
                <a:latin typeface="Calibri"/>
                <a:cs typeface="Calibri"/>
              </a:rPr>
              <a:t>M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21" name="object 127">
            <a:extLst>
              <a:ext uri="{FF2B5EF4-FFF2-40B4-BE49-F238E27FC236}">
                <a16:creationId xmlns:a16="http://schemas.microsoft.com/office/drawing/2014/main" id="{5A983BC5-E381-E2CC-5D4F-47A9C33430B9}"/>
              </a:ext>
            </a:extLst>
          </p:cNvPr>
          <p:cNvSpPr txBox="1"/>
          <p:nvPr/>
        </p:nvSpPr>
        <p:spPr>
          <a:xfrm>
            <a:off x="1744557" y="5216815"/>
            <a:ext cx="3088640" cy="19748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500" spc="70" dirty="0">
                <a:latin typeface="Calibri"/>
                <a:cs typeface="Calibri"/>
              </a:rPr>
              <a:t>F*213/6-Q'G%6-8%3-.'9'6B7'*-4*9*(:-*(517*-9*7'K9/(:-/6571517*.*6:-'48(16'9/-2%75J/</a:t>
            </a: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500" spc="80" dirty="0">
                <a:latin typeface="Calibri"/>
                <a:cs typeface="Calibri"/>
              </a:rPr>
              <a:t>3*415/4+,%-.17*45/-5%.%-%-2/7c%.%-.*-%&amp;7*-d9/7-3%./(%-*-6/?1'7-/3-$/3%7'*(-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22" name="object 128">
            <a:extLst>
              <a:ext uri="{FF2B5EF4-FFF2-40B4-BE49-F238E27FC236}">
                <a16:creationId xmlns:a16="http://schemas.microsoft.com/office/drawing/2014/main" id="{35C3F47E-C6E8-FD42-FAEC-531372F7F1D8}"/>
              </a:ext>
            </a:extLst>
          </p:cNvPr>
          <p:cNvSpPr txBox="1"/>
          <p:nvPr/>
        </p:nvSpPr>
        <p:spPr>
          <a:xfrm>
            <a:off x="1744645" y="5396356"/>
            <a:ext cx="53276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90" dirty="0">
                <a:latin typeface="Calibri"/>
                <a:cs typeface="Calibri"/>
              </a:rPr>
              <a:t>U/687'5'9%e#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23" name="object 129">
            <a:extLst>
              <a:ext uri="{FF2B5EF4-FFF2-40B4-BE49-F238E27FC236}">
                <a16:creationId xmlns:a16="http://schemas.microsoft.com/office/drawing/2014/main" id="{86969F6B-1E51-956E-4075-52A21480AC1D}"/>
              </a:ext>
            </a:extLst>
          </p:cNvPr>
          <p:cNvSpPr txBox="1"/>
          <p:nvPr/>
        </p:nvSpPr>
        <p:spPr>
          <a:xfrm>
            <a:off x="4910841" y="5310301"/>
            <a:ext cx="9588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90" dirty="0">
                <a:latin typeface="Calibri"/>
                <a:cs typeface="Calibri"/>
              </a:rPr>
              <a:t>3</a:t>
            </a:r>
            <a:r>
              <a:rPr sz="500" spc="50" dirty="0">
                <a:latin typeface="Calibri"/>
                <a:cs typeface="Calibri"/>
              </a:rPr>
              <a:t>f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24" name="object 130">
            <a:extLst>
              <a:ext uri="{FF2B5EF4-FFF2-40B4-BE49-F238E27FC236}">
                <a16:creationId xmlns:a16="http://schemas.microsoft.com/office/drawing/2014/main" id="{50B8952A-38FD-9518-8668-0B95815E66C8}"/>
              </a:ext>
            </a:extLst>
          </p:cNvPr>
          <p:cNvSpPr txBox="1"/>
          <p:nvPr/>
        </p:nvSpPr>
        <p:spPr>
          <a:xfrm>
            <a:off x="5157428" y="5310301"/>
            <a:ext cx="316230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-5" dirty="0">
                <a:latin typeface="Calibri"/>
                <a:cs typeface="Calibri"/>
              </a:rPr>
              <a:t>------=--!!:!!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25" name="object 131">
            <a:extLst>
              <a:ext uri="{FF2B5EF4-FFF2-40B4-BE49-F238E27FC236}">
                <a16:creationId xmlns:a16="http://schemas.microsoft.com/office/drawing/2014/main" id="{3CAA81D8-3BEB-47E1-EAC7-96FC6BB3C9A2}"/>
              </a:ext>
            </a:extLst>
          </p:cNvPr>
          <p:cNvSpPr txBox="1"/>
          <p:nvPr/>
        </p:nvSpPr>
        <p:spPr>
          <a:xfrm>
            <a:off x="7024468" y="5310301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26" name="object 132">
            <a:extLst>
              <a:ext uri="{FF2B5EF4-FFF2-40B4-BE49-F238E27FC236}">
                <a16:creationId xmlns:a16="http://schemas.microsoft.com/office/drawing/2014/main" id="{66B77416-424C-C27F-E027-050F148E4D35}"/>
              </a:ext>
            </a:extLst>
          </p:cNvPr>
          <p:cNvSpPr txBox="1"/>
          <p:nvPr/>
        </p:nvSpPr>
        <p:spPr>
          <a:xfrm>
            <a:off x="7662375" y="5310301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27" name="object 133">
            <a:extLst>
              <a:ext uri="{FF2B5EF4-FFF2-40B4-BE49-F238E27FC236}">
                <a16:creationId xmlns:a16="http://schemas.microsoft.com/office/drawing/2014/main" id="{5CDEC5F1-6902-6A91-9F7B-2602DE30C447}"/>
              </a:ext>
            </a:extLst>
          </p:cNvPr>
          <p:cNvSpPr txBox="1"/>
          <p:nvPr/>
        </p:nvSpPr>
        <p:spPr>
          <a:xfrm>
            <a:off x="8332908" y="5310301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28" name="object 134">
            <a:extLst>
              <a:ext uri="{FF2B5EF4-FFF2-40B4-BE49-F238E27FC236}">
                <a16:creationId xmlns:a16="http://schemas.microsoft.com/office/drawing/2014/main" id="{04282727-BA11-49B3-43FC-FCD3C9D0EC65}"/>
              </a:ext>
            </a:extLst>
          </p:cNvPr>
          <p:cNvSpPr txBox="1"/>
          <p:nvPr/>
        </p:nvSpPr>
        <p:spPr>
          <a:xfrm>
            <a:off x="8998666" y="5310301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29" name="object 135">
            <a:extLst>
              <a:ext uri="{FF2B5EF4-FFF2-40B4-BE49-F238E27FC236}">
                <a16:creationId xmlns:a16="http://schemas.microsoft.com/office/drawing/2014/main" id="{D75FC92C-4574-BD36-0760-C2FC8DF1B8D6}"/>
              </a:ext>
            </a:extLst>
          </p:cNvPr>
          <p:cNvSpPr txBox="1"/>
          <p:nvPr/>
        </p:nvSpPr>
        <p:spPr>
          <a:xfrm>
            <a:off x="1279057" y="5540783"/>
            <a:ext cx="31051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65" dirty="0">
                <a:latin typeface="Calibri"/>
                <a:cs typeface="Calibri"/>
              </a:rPr>
              <a:t>!"#!=#!S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30" name="object 136">
            <a:extLst>
              <a:ext uri="{FF2B5EF4-FFF2-40B4-BE49-F238E27FC236}">
                <a16:creationId xmlns:a16="http://schemas.microsoft.com/office/drawing/2014/main" id="{8C2B68C0-42CC-9F49-8CEE-403EACBBF37E}"/>
              </a:ext>
            </a:extLst>
          </p:cNvPr>
          <p:cNvSpPr txBox="1"/>
          <p:nvPr/>
        </p:nvSpPr>
        <p:spPr>
          <a:xfrm>
            <a:off x="1744645" y="5540783"/>
            <a:ext cx="1539240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65" dirty="0">
                <a:latin typeface="Calibri"/>
                <a:cs typeface="Calibri"/>
              </a:rPr>
              <a:t>P*'*6-2*7*-6/2*7*+,%-6/(/5'9*-./-7/6c.1%6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31" name="object 137">
            <a:extLst>
              <a:ext uri="{FF2B5EF4-FFF2-40B4-BE49-F238E27FC236}">
                <a16:creationId xmlns:a16="http://schemas.microsoft.com/office/drawing/2014/main" id="{1B47A854-537F-861E-B4A0-DAEB1ABE78A4}"/>
              </a:ext>
            </a:extLst>
          </p:cNvPr>
          <p:cNvSpPr txBox="1"/>
          <p:nvPr/>
        </p:nvSpPr>
        <p:spPr>
          <a:xfrm>
            <a:off x="4915527" y="5540783"/>
            <a:ext cx="126364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114" dirty="0">
                <a:latin typeface="Calibri"/>
                <a:cs typeface="Calibri"/>
              </a:rPr>
              <a:t>9</a:t>
            </a:r>
            <a:r>
              <a:rPr sz="500" spc="80" dirty="0">
                <a:latin typeface="Calibri"/>
                <a:cs typeface="Calibri"/>
              </a:rPr>
              <a:t>&amp;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32" name="object 138">
            <a:extLst>
              <a:ext uri="{FF2B5EF4-FFF2-40B4-BE49-F238E27FC236}">
                <a16:creationId xmlns:a16="http://schemas.microsoft.com/office/drawing/2014/main" id="{29621C9A-56AF-687A-EDE0-C712D3F50636}"/>
              </a:ext>
            </a:extLst>
          </p:cNvPr>
          <p:cNvSpPr txBox="1"/>
          <p:nvPr/>
        </p:nvSpPr>
        <p:spPr>
          <a:xfrm>
            <a:off x="5157516" y="5540783"/>
            <a:ext cx="34226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-15" dirty="0">
                <a:latin typeface="Calibri"/>
                <a:cs typeface="Calibri"/>
              </a:rPr>
              <a:t>---------"--:-!-!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33" name="object 139">
            <a:extLst>
              <a:ext uri="{FF2B5EF4-FFF2-40B4-BE49-F238E27FC236}">
                <a16:creationId xmlns:a16="http://schemas.microsoft.com/office/drawing/2014/main" id="{66FF01DB-F54C-E619-EAD7-06221A106141}"/>
              </a:ext>
            </a:extLst>
          </p:cNvPr>
          <p:cNvSpPr txBox="1"/>
          <p:nvPr/>
        </p:nvSpPr>
        <p:spPr>
          <a:xfrm>
            <a:off x="7024645" y="5540783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34" name="object 140">
            <a:extLst>
              <a:ext uri="{FF2B5EF4-FFF2-40B4-BE49-F238E27FC236}">
                <a16:creationId xmlns:a16="http://schemas.microsoft.com/office/drawing/2014/main" id="{CDDE9F57-9B5F-6AD4-060D-931A971BE49C}"/>
              </a:ext>
            </a:extLst>
          </p:cNvPr>
          <p:cNvSpPr txBox="1"/>
          <p:nvPr/>
        </p:nvSpPr>
        <p:spPr>
          <a:xfrm>
            <a:off x="7662552" y="5540783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35" name="object 141">
            <a:extLst>
              <a:ext uri="{FF2B5EF4-FFF2-40B4-BE49-F238E27FC236}">
                <a16:creationId xmlns:a16="http://schemas.microsoft.com/office/drawing/2014/main" id="{55B6D37D-875F-1452-F9B0-5FCF411C606A}"/>
              </a:ext>
            </a:extLst>
          </p:cNvPr>
          <p:cNvSpPr txBox="1"/>
          <p:nvPr/>
        </p:nvSpPr>
        <p:spPr>
          <a:xfrm>
            <a:off x="8333085" y="5540783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36" name="object 142">
            <a:extLst>
              <a:ext uri="{FF2B5EF4-FFF2-40B4-BE49-F238E27FC236}">
                <a16:creationId xmlns:a16="http://schemas.microsoft.com/office/drawing/2014/main" id="{E4FAB45A-F503-2665-4760-870F932EA548}"/>
              </a:ext>
            </a:extLst>
          </p:cNvPr>
          <p:cNvSpPr txBox="1"/>
          <p:nvPr/>
        </p:nvSpPr>
        <p:spPr>
          <a:xfrm>
            <a:off x="8998842" y="5540783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37" name="object 143">
            <a:extLst>
              <a:ext uri="{FF2B5EF4-FFF2-40B4-BE49-F238E27FC236}">
                <a16:creationId xmlns:a16="http://schemas.microsoft.com/office/drawing/2014/main" id="{BCF8E8BE-9F7B-D6B3-4F4C-489E91A90CA3}"/>
              </a:ext>
            </a:extLst>
          </p:cNvPr>
          <p:cNvSpPr txBox="1"/>
          <p:nvPr/>
        </p:nvSpPr>
        <p:spPr>
          <a:xfrm>
            <a:off x="1279234" y="5723013"/>
            <a:ext cx="316230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25" dirty="0">
                <a:latin typeface="Calibri"/>
                <a:cs typeface="Calibri"/>
              </a:rPr>
              <a:t>!"</a:t>
            </a:r>
            <a:r>
              <a:rPr sz="500" spc="100" dirty="0">
                <a:latin typeface="Calibri"/>
                <a:cs typeface="Calibri"/>
              </a:rPr>
              <a:t>#</a:t>
            </a:r>
            <a:r>
              <a:rPr sz="500" spc="90" dirty="0">
                <a:latin typeface="Calibri"/>
                <a:cs typeface="Calibri"/>
              </a:rPr>
              <a:t>!=</a:t>
            </a:r>
            <a:r>
              <a:rPr sz="500" spc="100" dirty="0">
                <a:latin typeface="Calibri"/>
                <a:cs typeface="Calibri"/>
              </a:rPr>
              <a:t>#</a:t>
            </a:r>
            <a:r>
              <a:rPr sz="500" spc="5" dirty="0">
                <a:latin typeface="Calibri"/>
                <a:cs typeface="Calibri"/>
              </a:rPr>
              <a:t>!</a:t>
            </a:r>
            <a:r>
              <a:rPr sz="500" spc="150" dirty="0">
                <a:latin typeface="Calibri"/>
                <a:cs typeface="Calibri"/>
              </a:rPr>
              <a:t>g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38" name="object 144">
            <a:extLst>
              <a:ext uri="{FF2B5EF4-FFF2-40B4-BE49-F238E27FC236}">
                <a16:creationId xmlns:a16="http://schemas.microsoft.com/office/drawing/2014/main" id="{C189772F-2C91-BA07-1EBB-CB1C10F9DB58}"/>
              </a:ext>
            </a:extLst>
          </p:cNvPr>
          <p:cNvSpPr txBox="1"/>
          <p:nvPr/>
        </p:nvSpPr>
        <p:spPr>
          <a:xfrm>
            <a:off x="1744822" y="5723013"/>
            <a:ext cx="181673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70" dirty="0">
                <a:latin typeface="Calibri"/>
                <a:cs typeface="Calibri"/>
              </a:rPr>
              <a:t>Y%8*+,%-./-8*+*3&amp;*6-2*7*-7/5'7*.*-./-/451(@%6#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39" name="object 145">
            <a:extLst>
              <a:ext uri="{FF2B5EF4-FFF2-40B4-BE49-F238E27FC236}">
                <a16:creationId xmlns:a16="http://schemas.microsoft.com/office/drawing/2014/main" id="{ADA90DD8-41A5-B461-BE3A-C6472252394B}"/>
              </a:ext>
            </a:extLst>
          </p:cNvPr>
          <p:cNvSpPr txBox="1"/>
          <p:nvPr/>
        </p:nvSpPr>
        <p:spPr>
          <a:xfrm>
            <a:off x="4915704" y="5723013"/>
            <a:ext cx="126364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114" dirty="0">
                <a:latin typeface="Calibri"/>
                <a:cs typeface="Calibri"/>
              </a:rPr>
              <a:t>9</a:t>
            </a:r>
            <a:r>
              <a:rPr sz="500" spc="80" dirty="0">
                <a:latin typeface="Calibri"/>
                <a:cs typeface="Calibri"/>
              </a:rPr>
              <a:t>&amp;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40" name="object 146">
            <a:extLst>
              <a:ext uri="{FF2B5EF4-FFF2-40B4-BE49-F238E27FC236}">
                <a16:creationId xmlns:a16="http://schemas.microsoft.com/office/drawing/2014/main" id="{FF899170-4D53-45A6-8C54-FF7E19896E95}"/>
              </a:ext>
            </a:extLst>
          </p:cNvPr>
          <p:cNvSpPr txBox="1"/>
          <p:nvPr/>
        </p:nvSpPr>
        <p:spPr>
          <a:xfrm>
            <a:off x="5157694" y="5723013"/>
            <a:ext cx="34226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-15" dirty="0">
                <a:latin typeface="Calibri"/>
                <a:cs typeface="Calibri"/>
              </a:rPr>
              <a:t>---------"--:-!-!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41" name="object 147">
            <a:extLst>
              <a:ext uri="{FF2B5EF4-FFF2-40B4-BE49-F238E27FC236}">
                <a16:creationId xmlns:a16="http://schemas.microsoft.com/office/drawing/2014/main" id="{E3E8A8A5-4092-297C-2D08-18122C5164D7}"/>
              </a:ext>
            </a:extLst>
          </p:cNvPr>
          <p:cNvSpPr txBox="1"/>
          <p:nvPr/>
        </p:nvSpPr>
        <p:spPr>
          <a:xfrm>
            <a:off x="7024822" y="5723013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42" name="object 148">
            <a:extLst>
              <a:ext uri="{FF2B5EF4-FFF2-40B4-BE49-F238E27FC236}">
                <a16:creationId xmlns:a16="http://schemas.microsoft.com/office/drawing/2014/main" id="{E3AFA549-E66E-09D1-A587-17B2463FC8A3}"/>
              </a:ext>
            </a:extLst>
          </p:cNvPr>
          <p:cNvSpPr txBox="1"/>
          <p:nvPr/>
        </p:nvSpPr>
        <p:spPr>
          <a:xfrm>
            <a:off x="7662729" y="5723013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43" name="object 149">
            <a:extLst>
              <a:ext uri="{FF2B5EF4-FFF2-40B4-BE49-F238E27FC236}">
                <a16:creationId xmlns:a16="http://schemas.microsoft.com/office/drawing/2014/main" id="{A813BA92-4462-2597-501C-43A68941A335}"/>
              </a:ext>
            </a:extLst>
          </p:cNvPr>
          <p:cNvSpPr txBox="1"/>
          <p:nvPr/>
        </p:nvSpPr>
        <p:spPr>
          <a:xfrm>
            <a:off x="8333261" y="5723013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44" name="object 150">
            <a:extLst>
              <a:ext uri="{FF2B5EF4-FFF2-40B4-BE49-F238E27FC236}">
                <a16:creationId xmlns:a16="http://schemas.microsoft.com/office/drawing/2014/main" id="{4A077256-61C3-5911-0EBA-D2E1BE129471}"/>
              </a:ext>
            </a:extLst>
          </p:cNvPr>
          <p:cNvSpPr txBox="1"/>
          <p:nvPr/>
        </p:nvSpPr>
        <p:spPr>
          <a:xfrm>
            <a:off x="8999019" y="5723013"/>
            <a:ext cx="20637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spc="30" dirty="0">
                <a:latin typeface="Calibri"/>
                <a:cs typeface="Calibri"/>
              </a:rPr>
              <a:t>;&lt;-!:!!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45" name="object 151">
            <a:extLst>
              <a:ext uri="{FF2B5EF4-FFF2-40B4-BE49-F238E27FC236}">
                <a16:creationId xmlns:a16="http://schemas.microsoft.com/office/drawing/2014/main" id="{15A682DA-E4FC-2A63-1DD1-D5389F354845}"/>
              </a:ext>
            </a:extLst>
          </p:cNvPr>
          <p:cNvSpPr txBox="1"/>
          <p:nvPr/>
        </p:nvSpPr>
        <p:spPr>
          <a:xfrm>
            <a:off x="1348077" y="5921078"/>
            <a:ext cx="1224915" cy="78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90"/>
              </a:lnSpc>
              <a:tabLst>
                <a:tab pos="408940" algn="l"/>
              </a:tabLst>
            </a:pPr>
            <a:r>
              <a:rPr sz="500" b="1" spc="135" dirty="0">
                <a:latin typeface="Calibri"/>
                <a:cs typeface="Calibri"/>
              </a:rPr>
              <a:t>AC%AR	</a:t>
            </a:r>
            <a:r>
              <a:rPr sz="500" b="1" spc="80" dirty="0">
                <a:latin typeface="Calibri"/>
                <a:cs typeface="Calibri"/>
              </a:rPr>
              <a:t>&lt;:&gt;!=3783.;/.1=3?36S/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46" name="object 152">
            <a:extLst>
              <a:ext uri="{FF2B5EF4-FFF2-40B4-BE49-F238E27FC236}">
                <a16:creationId xmlns:a16="http://schemas.microsoft.com/office/drawing/2014/main" id="{1B3E7274-7B2F-5B9C-026F-DC553600E9E9}"/>
              </a:ext>
            </a:extLst>
          </p:cNvPr>
          <p:cNvSpPr txBox="1"/>
          <p:nvPr/>
        </p:nvSpPr>
        <p:spPr>
          <a:xfrm>
            <a:off x="7670743" y="5921078"/>
            <a:ext cx="1692910" cy="78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590"/>
              </a:lnSpc>
              <a:tabLst>
                <a:tab pos="670560" algn="l"/>
                <a:tab pos="1340485" algn="l"/>
              </a:tabLst>
            </a:pPr>
            <a:r>
              <a:rPr sz="500" b="1" spc="175" dirty="0">
                <a:latin typeface="Calibri"/>
                <a:cs typeface="Calibri"/>
              </a:rPr>
              <a:t>=</a:t>
            </a:r>
            <a:r>
              <a:rPr sz="500" b="1" spc="70" dirty="0">
                <a:latin typeface="Calibri"/>
                <a:cs typeface="Calibri"/>
              </a:rPr>
              <a:t>@</a:t>
            </a:r>
            <a:r>
              <a:rPr sz="500" b="1" spc="-5" dirty="0">
                <a:latin typeface="Calibri"/>
                <a:cs typeface="Calibri"/>
              </a:rPr>
              <a:t>.</a:t>
            </a:r>
            <a:r>
              <a:rPr sz="500" b="1" spc="130" dirty="0">
                <a:latin typeface="Calibri"/>
                <a:cs typeface="Calibri"/>
              </a:rPr>
              <a:t>A</a:t>
            </a:r>
            <a:r>
              <a:rPr sz="500" b="1" spc="95" dirty="0">
                <a:latin typeface="Calibri"/>
                <a:cs typeface="Calibri"/>
              </a:rPr>
              <a:t>B</a:t>
            </a:r>
            <a:r>
              <a:rPr sz="500" b="1" spc="130" dirty="0">
                <a:latin typeface="Calibri"/>
                <a:cs typeface="Calibri"/>
              </a:rPr>
              <a:t>A</a:t>
            </a:r>
            <a:r>
              <a:rPr sz="500" b="1" spc="120" dirty="0">
                <a:latin typeface="Calibri"/>
                <a:cs typeface="Calibri"/>
              </a:rPr>
              <a:t>A</a:t>
            </a:r>
            <a:r>
              <a:rPr sz="500" b="1" dirty="0">
                <a:latin typeface="Calibri"/>
                <a:cs typeface="Calibri"/>
              </a:rPr>
              <a:t>	</a:t>
            </a:r>
            <a:r>
              <a:rPr sz="500" b="1" spc="175" dirty="0">
                <a:latin typeface="Calibri"/>
                <a:cs typeface="Calibri"/>
              </a:rPr>
              <a:t>=</a:t>
            </a:r>
            <a:r>
              <a:rPr sz="500" b="1" spc="70" dirty="0">
                <a:latin typeface="Calibri"/>
                <a:cs typeface="Calibri"/>
              </a:rPr>
              <a:t>@</a:t>
            </a:r>
            <a:r>
              <a:rPr sz="500" b="1" spc="-5" dirty="0">
                <a:latin typeface="Calibri"/>
                <a:cs typeface="Calibri"/>
              </a:rPr>
              <a:t>.</a:t>
            </a:r>
            <a:r>
              <a:rPr sz="500" b="1" spc="130" dirty="0">
                <a:latin typeface="Calibri"/>
                <a:cs typeface="Calibri"/>
              </a:rPr>
              <a:t>A</a:t>
            </a:r>
            <a:r>
              <a:rPr sz="500" b="1" spc="95" dirty="0">
                <a:latin typeface="Calibri"/>
                <a:cs typeface="Calibri"/>
              </a:rPr>
              <a:t>B</a:t>
            </a:r>
            <a:r>
              <a:rPr sz="500" b="1" spc="130" dirty="0">
                <a:latin typeface="Calibri"/>
                <a:cs typeface="Calibri"/>
              </a:rPr>
              <a:t>A</a:t>
            </a:r>
            <a:r>
              <a:rPr sz="500" b="1" spc="120" dirty="0">
                <a:latin typeface="Calibri"/>
                <a:cs typeface="Calibri"/>
              </a:rPr>
              <a:t>A</a:t>
            </a:r>
            <a:r>
              <a:rPr sz="500" b="1" dirty="0">
                <a:latin typeface="Calibri"/>
                <a:cs typeface="Calibri"/>
              </a:rPr>
              <a:t>	</a:t>
            </a:r>
            <a:r>
              <a:rPr sz="500" b="1" spc="175" dirty="0">
                <a:latin typeface="Calibri"/>
                <a:cs typeface="Calibri"/>
              </a:rPr>
              <a:t>=</a:t>
            </a:r>
            <a:r>
              <a:rPr sz="500" b="1" spc="70" dirty="0">
                <a:latin typeface="Calibri"/>
                <a:cs typeface="Calibri"/>
              </a:rPr>
              <a:t>@</a:t>
            </a:r>
            <a:r>
              <a:rPr sz="500" b="1" spc="-5" dirty="0">
                <a:latin typeface="Calibri"/>
                <a:cs typeface="Calibri"/>
              </a:rPr>
              <a:t>.</a:t>
            </a:r>
            <a:r>
              <a:rPr sz="500" b="1" spc="130" dirty="0">
                <a:latin typeface="Calibri"/>
                <a:cs typeface="Calibri"/>
              </a:rPr>
              <a:t>A</a:t>
            </a:r>
            <a:r>
              <a:rPr sz="500" b="1" spc="95" dirty="0">
                <a:latin typeface="Calibri"/>
                <a:cs typeface="Calibri"/>
              </a:rPr>
              <a:t>B</a:t>
            </a:r>
            <a:r>
              <a:rPr sz="500" b="1" spc="130" dirty="0">
                <a:latin typeface="Calibri"/>
                <a:cs typeface="Calibri"/>
              </a:rPr>
              <a:t>A</a:t>
            </a:r>
            <a:r>
              <a:rPr sz="500" b="1" spc="120" dirty="0">
                <a:latin typeface="Calibri"/>
                <a:cs typeface="Calibri"/>
              </a:rPr>
              <a:t>A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47" name="object 153">
            <a:extLst>
              <a:ext uri="{FF2B5EF4-FFF2-40B4-BE49-F238E27FC236}">
                <a16:creationId xmlns:a16="http://schemas.microsoft.com/office/drawing/2014/main" id="{497686B2-A3F4-6CEE-AAE1-607C30313DFA}"/>
              </a:ext>
            </a:extLst>
          </p:cNvPr>
          <p:cNvSpPr txBox="1"/>
          <p:nvPr/>
        </p:nvSpPr>
        <p:spPr>
          <a:xfrm>
            <a:off x="1167248" y="1315152"/>
            <a:ext cx="2994025" cy="163385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550" b="1" spc="75" dirty="0">
                <a:latin typeface="Calibri"/>
                <a:cs typeface="Calibri"/>
              </a:rPr>
              <a:t>E-#+")+T.&gt;,'K2.?2)#PU,#2..</a:t>
            </a:r>
            <a:endParaRPr sz="550">
              <a:latin typeface="Calibri"/>
              <a:cs typeface="Calibri"/>
            </a:endParaRPr>
          </a:p>
          <a:p>
            <a:pPr marL="12700" marR="5080">
              <a:lnSpc>
                <a:spcPts val="919"/>
              </a:lnSpc>
              <a:spcBef>
                <a:spcPts val="20"/>
              </a:spcBef>
            </a:pPr>
            <a:r>
              <a:rPr sz="550" b="1" spc="90" dirty="0">
                <a:latin typeface="Calibri"/>
                <a:cs typeface="Calibri"/>
              </a:rPr>
              <a:t>/0,(T..E;*&gt;.D3=&gt;47S3..V./?=3.E4D46.W.47&lt;13638G:&lt;.S4;=X!64E3&lt;.W.SD3E </a:t>
            </a:r>
            <a:r>
              <a:rPr sz="550" b="1" spc="95" dirty="0">
                <a:latin typeface="Calibri"/>
                <a:cs typeface="Calibri"/>
              </a:rPr>
              <a:t> </a:t>
            </a:r>
            <a:r>
              <a:rPr sz="550" b="1" spc="70" dirty="0">
                <a:latin typeface="Calibri"/>
                <a:cs typeface="Calibri"/>
              </a:rPr>
              <a:t>62P(-T.D(,Y#"Z(.W.*&gt;.</a:t>
            </a:r>
            <a:endParaRPr sz="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550" b="1" spc="100" dirty="0">
                <a:latin typeface="Calibri"/>
                <a:cs typeface="Calibri"/>
              </a:rPr>
              <a:t>;()(T.A[WCCWFAFC</a:t>
            </a:r>
            <a:endParaRPr sz="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sz="550" b="1" spc="105" dirty="0">
                <a:latin typeface="Calibri"/>
                <a:cs typeface="Calibri"/>
              </a:rPr>
              <a:t>=+\#NI2T.AA</a:t>
            </a:r>
            <a:endParaRPr sz="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550" b="1" spc="70" dirty="0">
                <a:latin typeface="Calibri"/>
                <a:cs typeface="Calibri"/>
              </a:rPr>
              <a:t>]/=7:E:;/=T</a:t>
            </a:r>
            <a:endParaRPr sz="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750">
              <a:latin typeface="Calibri"/>
              <a:cs typeface="Calibri"/>
            </a:endParaRPr>
          </a:p>
          <a:p>
            <a:pPr marL="198755">
              <a:lnSpc>
                <a:spcPct val="100000"/>
              </a:lnSpc>
              <a:tabLst>
                <a:tab pos="1734820" algn="l"/>
              </a:tabLst>
            </a:pPr>
            <a:r>
              <a:rPr sz="500" b="1" spc="110" dirty="0">
                <a:latin typeface="Calibri"/>
                <a:cs typeface="Calibri"/>
              </a:rPr>
              <a:t>4)+L	</a:t>
            </a:r>
            <a:r>
              <a:rPr sz="500" b="1" spc="85" dirty="0">
                <a:latin typeface="Calibri"/>
                <a:cs typeface="Calibri"/>
              </a:rPr>
              <a:t>;+NP,#^I2.$2.N+,\#^2</a:t>
            </a:r>
            <a:endParaRPr sz="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750">
              <a:latin typeface="Calibri"/>
              <a:cs typeface="Calibri"/>
            </a:endParaRPr>
          </a:p>
          <a:p>
            <a:pPr marL="259079">
              <a:lnSpc>
                <a:spcPct val="100000"/>
              </a:lnSpc>
              <a:tabLst>
                <a:tab pos="589915" algn="l"/>
              </a:tabLst>
            </a:pPr>
            <a:r>
              <a:rPr sz="500" b="1" spc="100" dirty="0">
                <a:latin typeface="Calibri"/>
                <a:cs typeface="Calibri"/>
              </a:rPr>
              <a:t>3	</a:t>
            </a:r>
            <a:r>
              <a:rPr sz="500" b="1" spc="80" dirty="0">
                <a:latin typeface="Calibri"/>
                <a:cs typeface="Calibri"/>
              </a:rPr>
              <a:t>4*56371389/.:.3;*474&lt;1=389/.&gt;:=36.;3./?=3</a:t>
            </a:r>
            <a:endParaRPr sz="500">
              <a:latin typeface="Calibri"/>
              <a:cs typeface="Calibri"/>
            </a:endParaRPr>
          </a:p>
          <a:p>
            <a:pPr marL="180340" marR="1377315" indent="-635">
              <a:lnSpc>
                <a:spcPts val="1430"/>
              </a:lnSpc>
              <a:spcBef>
                <a:spcPts val="30"/>
              </a:spcBef>
            </a:pPr>
            <a:r>
              <a:rPr sz="500" b="1" spc="140" dirty="0">
                <a:latin typeface="Calibri"/>
                <a:cs typeface="Calibri"/>
              </a:rPr>
              <a:t>AC%AA    </a:t>
            </a:r>
            <a:r>
              <a:rPr sz="500" b="1" spc="90" dirty="0">
                <a:latin typeface="Calibri"/>
                <a:cs typeface="Calibri"/>
              </a:rPr>
              <a:t>&lt;:=D48/&lt;.474E34&lt;.:.&gt;:=34&lt; </a:t>
            </a:r>
            <a:r>
              <a:rPr sz="500" b="1" spc="-100" dirty="0">
                <a:latin typeface="Calibri"/>
                <a:cs typeface="Calibri"/>
              </a:rPr>
              <a:t> </a:t>
            </a:r>
            <a:r>
              <a:rPr sz="500" b="1" spc="145" dirty="0">
                <a:latin typeface="Calibri"/>
                <a:cs typeface="Calibri"/>
              </a:rPr>
              <a:t>AC%AC  </a:t>
            </a:r>
            <a:r>
              <a:rPr sz="500" b="1" spc="355" dirty="0">
                <a:latin typeface="Calibri"/>
                <a:cs typeface="Calibri"/>
              </a:rPr>
              <a:t> </a:t>
            </a:r>
            <a:r>
              <a:rPr sz="500" b="1" spc="95" dirty="0">
                <a:latin typeface="Calibri"/>
                <a:cs typeface="Calibri"/>
              </a:rPr>
              <a:t>&lt;:=D48/&lt;.5=:64*473=:&lt;</a:t>
            </a:r>
            <a:endParaRPr sz="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500">
              <a:latin typeface="Calibri"/>
              <a:cs typeface="Calibri"/>
            </a:endParaRPr>
          </a:p>
          <a:p>
            <a:pPr marL="124460">
              <a:lnSpc>
                <a:spcPct val="100000"/>
              </a:lnSpc>
              <a:tabLst>
                <a:tab pos="589915" algn="l"/>
              </a:tabLst>
            </a:pPr>
            <a:r>
              <a:rPr sz="500" spc="40" dirty="0">
                <a:latin typeface="Calibri"/>
                <a:cs typeface="Calibri"/>
              </a:rPr>
              <a:t>!"#!"#!"	</a:t>
            </a:r>
            <a:r>
              <a:rPr sz="500" spc="70" dirty="0">
                <a:latin typeface="Calibri"/>
                <a:cs typeface="Calibri"/>
              </a:rPr>
              <a:t>$%&amp;'(')*+,%-./-/01'2*3/45%6-/-/01'2/-%2/7*8'%4*(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48" name="object 154">
            <a:extLst>
              <a:ext uri="{FF2B5EF4-FFF2-40B4-BE49-F238E27FC236}">
                <a16:creationId xmlns:a16="http://schemas.microsoft.com/office/drawing/2014/main" id="{23D3BED3-2030-6DFB-BFDC-54AE8DC288AB}"/>
              </a:ext>
            </a:extLst>
          </p:cNvPr>
          <p:cNvSpPr txBox="1"/>
          <p:nvPr/>
        </p:nvSpPr>
        <p:spPr>
          <a:xfrm>
            <a:off x="6842826" y="2033088"/>
            <a:ext cx="1191895" cy="38925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b="1" spc="90" dirty="0">
                <a:latin typeface="Calibri"/>
                <a:cs typeface="Calibri"/>
              </a:rPr>
              <a:t>563746S3.E/71=31!36</a:t>
            </a:r>
            <a:endParaRPr sz="5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600">
              <a:latin typeface="Calibri"/>
              <a:cs typeface="Calibri"/>
            </a:endParaRPr>
          </a:p>
          <a:p>
            <a:pPr marL="240665">
              <a:lnSpc>
                <a:spcPct val="100000"/>
              </a:lnSpc>
              <a:tabLst>
                <a:tab pos="808355" algn="l"/>
              </a:tabLst>
            </a:pPr>
            <a:r>
              <a:rPr sz="500" b="1" spc="60" dirty="0">
                <a:latin typeface="Calibri"/>
                <a:cs typeface="Calibri"/>
              </a:rPr>
              <a:t>12)(-	*()+,#(-</a:t>
            </a:r>
            <a:endParaRPr sz="5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270"/>
              </a:spcBef>
            </a:pPr>
            <a:r>
              <a:rPr sz="500" b="1" spc="100" dirty="0">
                <a:latin typeface="Calibri"/>
                <a:cs typeface="Calibri"/>
              </a:rPr>
              <a:t>=@.ABAA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49" name="object 155">
            <a:extLst>
              <a:ext uri="{FF2B5EF4-FFF2-40B4-BE49-F238E27FC236}">
                <a16:creationId xmlns:a16="http://schemas.microsoft.com/office/drawing/2014/main" id="{37D3CA96-9716-34BF-90A2-B898FEF3BE08}"/>
              </a:ext>
            </a:extLst>
          </p:cNvPr>
          <p:cNvSpPr txBox="1"/>
          <p:nvPr/>
        </p:nvSpPr>
        <p:spPr>
          <a:xfrm>
            <a:off x="6340069" y="2118992"/>
            <a:ext cx="362585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b="1" spc="-20" dirty="0">
                <a:latin typeface="Calibri"/>
                <a:cs typeface="Calibri"/>
              </a:rPr>
              <a:t>!</a:t>
            </a:r>
            <a:r>
              <a:rPr sz="500" b="1" spc="114" dirty="0">
                <a:latin typeface="Calibri"/>
                <a:cs typeface="Calibri"/>
              </a:rPr>
              <a:t>7</a:t>
            </a:r>
            <a:r>
              <a:rPr sz="500" b="1" spc="95" dirty="0">
                <a:latin typeface="Calibri"/>
                <a:cs typeface="Calibri"/>
              </a:rPr>
              <a:t>4</a:t>
            </a:r>
            <a:r>
              <a:rPr sz="500" b="1" spc="85" dirty="0">
                <a:latin typeface="Calibri"/>
                <a:cs typeface="Calibri"/>
              </a:rPr>
              <a:t>1</a:t>
            </a:r>
            <a:r>
              <a:rPr sz="500" b="1" spc="135" dirty="0">
                <a:latin typeface="Calibri"/>
                <a:cs typeface="Calibri"/>
              </a:rPr>
              <a:t>X</a:t>
            </a:r>
            <a:r>
              <a:rPr sz="500" b="1" spc="175" dirty="0">
                <a:latin typeface="Calibri"/>
                <a:cs typeface="Calibri"/>
              </a:rPr>
              <a:t>=</a:t>
            </a:r>
            <a:r>
              <a:rPr sz="500" b="1" spc="95" dirty="0">
                <a:latin typeface="Calibri"/>
                <a:cs typeface="Calibri"/>
              </a:rPr>
              <a:t>4</a:t>
            </a:r>
            <a:r>
              <a:rPr sz="500" b="1" spc="20" dirty="0">
                <a:latin typeface="Calibri"/>
                <a:cs typeface="Calibri"/>
              </a:rPr>
              <a:t>/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150" name="object 156">
            <a:extLst>
              <a:ext uri="{FF2B5EF4-FFF2-40B4-BE49-F238E27FC236}">
                <a16:creationId xmlns:a16="http://schemas.microsoft.com/office/drawing/2014/main" id="{0FA8E1A4-8703-B47A-D8FE-CF5E0850E221}"/>
              </a:ext>
            </a:extLst>
          </p:cNvPr>
          <p:cNvSpPr txBox="1"/>
          <p:nvPr/>
        </p:nvSpPr>
        <p:spPr>
          <a:xfrm>
            <a:off x="8346809" y="2118992"/>
            <a:ext cx="236220" cy="10413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500" b="1" spc="85" dirty="0">
                <a:latin typeface="Calibri"/>
                <a:cs typeface="Calibri"/>
              </a:rPr>
              <a:t>1</a:t>
            </a:r>
            <a:r>
              <a:rPr sz="500" b="1" spc="20" dirty="0">
                <a:latin typeface="Calibri"/>
                <a:cs typeface="Calibri"/>
              </a:rPr>
              <a:t>/</a:t>
            </a:r>
            <a:r>
              <a:rPr sz="500" b="1" spc="85" dirty="0">
                <a:latin typeface="Calibri"/>
                <a:cs typeface="Calibri"/>
              </a:rPr>
              <a:t>1</a:t>
            </a:r>
            <a:r>
              <a:rPr sz="500" b="1" spc="114" dirty="0">
                <a:latin typeface="Calibri"/>
                <a:cs typeface="Calibri"/>
              </a:rPr>
              <a:t>3</a:t>
            </a:r>
            <a:r>
              <a:rPr sz="500" b="1" spc="100" dirty="0">
                <a:latin typeface="Calibri"/>
                <a:cs typeface="Calibri"/>
              </a:rPr>
              <a:t>6</a:t>
            </a:r>
            <a:endParaRPr sz="500">
              <a:latin typeface="Calibri"/>
              <a:cs typeface="Calibri"/>
            </a:endParaRPr>
          </a:p>
        </p:txBody>
      </p:sp>
      <p:grpSp>
        <p:nvGrpSpPr>
          <p:cNvPr id="151" name="object 157">
            <a:extLst>
              <a:ext uri="{FF2B5EF4-FFF2-40B4-BE49-F238E27FC236}">
                <a16:creationId xmlns:a16="http://schemas.microsoft.com/office/drawing/2014/main" id="{B9EE9051-2550-61ED-8AE6-C7133B944835}"/>
              </a:ext>
            </a:extLst>
          </p:cNvPr>
          <p:cNvGrpSpPr/>
          <p:nvPr/>
        </p:nvGrpSpPr>
        <p:grpSpPr>
          <a:xfrm>
            <a:off x="1144177" y="1323617"/>
            <a:ext cx="8359775" cy="9097010"/>
            <a:chOff x="1144177" y="1323617"/>
            <a:chExt cx="8359775" cy="9097010"/>
          </a:xfrm>
        </p:grpSpPr>
        <p:sp>
          <p:nvSpPr>
            <p:cNvPr id="152" name="object 158">
              <a:extLst>
                <a:ext uri="{FF2B5EF4-FFF2-40B4-BE49-F238E27FC236}">
                  <a16:creationId xmlns:a16="http://schemas.microsoft.com/office/drawing/2014/main" id="{E42F8B56-CE84-2480-182C-F529C32DF4BB}"/>
                </a:ext>
              </a:extLst>
            </p:cNvPr>
            <p:cNvSpPr/>
            <p:nvPr/>
          </p:nvSpPr>
          <p:spPr>
            <a:xfrm>
              <a:off x="1168306" y="3536511"/>
              <a:ext cx="8306434" cy="0"/>
            </a:xfrm>
            <a:custGeom>
              <a:avLst/>
              <a:gdLst/>
              <a:ahLst/>
              <a:cxnLst/>
              <a:rect l="l" t="t" r="r" b="b"/>
              <a:pathLst>
                <a:path w="8306434">
                  <a:moveTo>
                    <a:pt x="0" y="0"/>
                  </a:moveTo>
                  <a:lnTo>
                    <a:pt x="8306343" y="0"/>
                  </a:lnTo>
                </a:path>
              </a:pathLst>
            </a:custGeom>
            <a:ln w="3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9">
              <a:extLst>
                <a:ext uri="{FF2B5EF4-FFF2-40B4-BE49-F238E27FC236}">
                  <a16:creationId xmlns:a16="http://schemas.microsoft.com/office/drawing/2014/main" id="{77B6B670-BE6E-D4F0-B68D-DAFF89B339B7}"/>
                </a:ext>
              </a:extLst>
            </p:cNvPr>
            <p:cNvSpPr/>
            <p:nvPr/>
          </p:nvSpPr>
          <p:spPr>
            <a:xfrm>
              <a:off x="1165974" y="3534813"/>
              <a:ext cx="8311515" cy="3810"/>
            </a:xfrm>
            <a:custGeom>
              <a:avLst/>
              <a:gdLst/>
              <a:ahLst/>
              <a:cxnLst/>
              <a:rect l="l" t="t" r="r" b="b"/>
              <a:pathLst>
                <a:path w="8311515" h="3810">
                  <a:moveTo>
                    <a:pt x="8310972" y="0"/>
                  </a:moveTo>
                  <a:lnTo>
                    <a:pt x="0" y="0"/>
                  </a:lnTo>
                  <a:lnTo>
                    <a:pt x="0" y="3434"/>
                  </a:lnTo>
                  <a:lnTo>
                    <a:pt x="8310972" y="3434"/>
                  </a:lnTo>
                  <a:lnTo>
                    <a:pt x="83109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60">
              <a:extLst>
                <a:ext uri="{FF2B5EF4-FFF2-40B4-BE49-F238E27FC236}">
                  <a16:creationId xmlns:a16="http://schemas.microsoft.com/office/drawing/2014/main" id="{E4548B9C-CB1F-22D8-9D84-FC3EEB06CE79}"/>
                </a:ext>
              </a:extLst>
            </p:cNvPr>
            <p:cNvSpPr/>
            <p:nvPr/>
          </p:nvSpPr>
          <p:spPr>
            <a:xfrm>
              <a:off x="1168306" y="3718780"/>
              <a:ext cx="8306434" cy="0"/>
            </a:xfrm>
            <a:custGeom>
              <a:avLst/>
              <a:gdLst/>
              <a:ahLst/>
              <a:cxnLst/>
              <a:rect l="l" t="t" r="r" b="b"/>
              <a:pathLst>
                <a:path w="8306434">
                  <a:moveTo>
                    <a:pt x="0" y="0"/>
                  </a:moveTo>
                  <a:lnTo>
                    <a:pt x="8306343" y="0"/>
                  </a:lnTo>
                </a:path>
              </a:pathLst>
            </a:custGeom>
            <a:ln w="3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5" name="object 161">
              <a:extLst>
                <a:ext uri="{FF2B5EF4-FFF2-40B4-BE49-F238E27FC236}">
                  <a16:creationId xmlns:a16="http://schemas.microsoft.com/office/drawing/2014/main" id="{D2431196-EE2D-87C5-A910-65C582C6758C}"/>
                </a:ext>
              </a:extLst>
            </p:cNvPr>
            <p:cNvSpPr/>
            <p:nvPr/>
          </p:nvSpPr>
          <p:spPr>
            <a:xfrm>
              <a:off x="1165974" y="3717038"/>
              <a:ext cx="8311515" cy="3810"/>
            </a:xfrm>
            <a:custGeom>
              <a:avLst/>
              <a:gdLst/>
              <a:ahLst/>
              <a:cxnLst/>
              <a:rect l="l" t="t" r="r" b="b"/>
              <a:pathLst>
                <a:path w="8311515" h="3810">
                  <a:moveTo>
                    <a:pt x="8310972" y="0"/>
                  </a:moveTo>
                  <a:lnTo>
                    <a:pt x="0" y="0"/>
                  </a:lnTo>
                  <a:lnTo>
                    <a:pt x="0" y="3434"/>
                  </a:lnTo>
                  <a:lnTo>
                    <a:pt x="8310972" y="3434"/>
                  </a:lnTo>
                  <a:lnTo>
                    <a:pt x="83109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62">
              <a:extLst>
                <a:ext uri="{FF2B5EF4-FFF2-40B4-BE49-F238E27FC236}">
                  <a16:creationId xmlns:a16="http://schemas.microsoft.com/office/drawing/2014/main" id="{84589A50-5D7C-AE8A-7143-7DE314253D83}"/>
                </a:ext>
              </a:extLst>
            </p:cNvPr>
            <p:cNvSpPr/>
            <p:nvPr/>
          </p:nvSpPr>
          <p:spPr>
            <a:xfrm>
              <a:off x="1168306" y="3901048"/>
              <a:ext cx="8306434" cy="0"/>
            </a:xfrm>
            <a:custGeom>
              <a:avLst/>
              <a:gdLst/>
              <a:ahLst/>
              <a:cxnLst/>
              <a:rect l="l" t="t" r="r" b="b"/>
              <a:pathLst>
                <a:path w="8306434">
                  <a:moveTo>
                    <a:pt x="0" y="0"/>
                  </a:moveTo>
                  <a:lnTo>
                    <a:pt x="8306343" y="0"/>
                  </a:lnTo>
                </a:path>
              </a:pathLst>
            </a:custGeom>
            <a:ln w="3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63">
              <a:extLst>
                <a:ext uri="{FF2B5EF4-FFF2-40B4-BE49-F238E27FC236}">
                  <a16:creationId xmlns:a16="http://schemas.microsoft.com/office/drawing/2014/main" id="{5EA622A7-DB16-F91C-D65D-A4220ED685E2}"/>
                </a:ext>
              </a:extLst>
            </p:cNvPr>
            <p:cNvSpPr/>
            <p:nvPr/>
          </p:nvSpPr>
          <p:spPr>
            <a:xfrm>
              <a:off x="1165974" y="3899305"/>
              <a:ext cx="8311515" cy="3810"/>
            </a:xfrm>
            <a:custGeom>
              <a:avLst/>
              <a:gdLst/>
              <a:ahLst/>
              <a:cxnLst/>
              <a:rect l="l" t="t" r="r" b="b"/>
              <a:pathLst>
                <a:path w="8311515" h="3810">
                  <a:moveTo>
                    <a:pt x="8310972" y="0"/>
                  </a:moveTo>
                  <a:lnTo>
                    <a:pt x="0" y="0"/>
                  </a:lnTo>
                  <a:lnTo>
                    <a:pt x="0" y="3434"/>
                  </a:lnTo>
                  <a:lnTo>
                    <a:pt x="8310972" y="3434"/>
                  </a:lnTo>
                  <a:lnTo>
                    <a:pt x="83109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64">
              <a:extLst>
                <a:ext uri="{FF2B5EF4-FFF2-40B4-BE49-F238E27FC236}">
                  <a16:creationId xmlns:a16="http://schemas.microsoft.com/office/drawing/2014/main" id="{510E1721-C3DB-B214-A59C-5DC3EB2EE599}"/>
                </a:ext>
              </a:extLst>
            </p:cNvPr>
            <p:cNvSpPr/>
            <p:nvPr/>
          </p:nvSpPr>
          <p:spPr>
            <a:xfrm>
              <a:off x="1168306" y="4244921"/>
              <a:ext cx="8306434" cy="0"/>
            </a:xfrm>
            <a:custGeom>
              <a:avLst/>
              <a:gdLst/>
              <a:ahLst/>
              <a:cxnLst/>
              <a:rect l="l" t="t" r="r" b="b"/>
              <a:pathLst>
                <a:path w="8306434">
                  <a:moveTo>
                    <a:pt x="0" y="0"/>
                  </a:moveTo>
                  <a:lnTo>
                    <a:pt x="8306343" y="0"/>
                  </a:lnTo>
                </a:path>
              </a:pathLst>
            </a:custGeom>
            <a:ln w="3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65">
              <a:extLst>
                <a:ext uri="{FF2B5EF4-FFF2-40B4-BE49-F238E27FC236}">
                  <a16:creationId xmlns:a16="http://schemas.microsoft.com/office/drawing/2014/main" id="{3DF0D51D-8B1C-F7FA-2442-7654DDAF7BD0}"/>
                </a:ext>
              </a:extLst>
            </p:cNvPr>
            <p:cNvSpPr/>
            <p:nvPr/>
          </p:nvSpPr>
          <p:spPr>
            <a:xfrm>
              <a:off x="1165974" y="4243179"/>
              <a:ext cx="8311515" cy="3810"/>
            </a:xfrm>
            <a:custGeom>
              <a:avLst/>
              <a:gdLst/>
              <a:ahLst/>
              <a:cxnLst/>
              <a:rect l="l" t="t" r="r" b="b"/>
              <a:pathLst>
                <a:path w="8311515" h="3810">
                  <a:moveTo>
                    <a:pt x="8310972" y="0"/>
                  </a:moveTo>
                  <a:lnTo>
                    <a:pt x="0" y="0"/>
                  </a:lnTo>
                  <a:lnTo>
                    <a:pt x="0" y="3434"/>
                  </a:lnTo>
                  <a:lnTo>
                    <a:pt x="8310972" y="3434"/>
                  </a:lnTo>
                  <a:lnTo>
                    <a:pt x="83109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6">
              <a:extLst>
                <a:ext uri="{FF2B5EF4-FFF2-40B4-BE49-F238E27FC236}">
                  <a16:creationId xmlns:a16="http://schemas.microsoft.com/office/drawing/2014/main" id="{E4CDF4E6-E332-A93D-0D92-B82D600E7E39}"/>
                </a:ext>
              </a:extLst>
            </p:cNvPr>
            <p:cNvSpPr/>
            <p:nvPr/>
          </p:nvSpPr>
          <p:spPr>
            <a:xfrm>
              <a:off x="1168306" y="4427150"/>
              <a:ext cx="8306434" cy="0"/>
            </a:xfrm>
            <a:custGeom>
              <a:avLst/>
              <a:gdLst/>
              <a:ahLst/>
              <a:cxnLst/>
              <a:rect l="l" t="t" r="r" b="b"/>
              <a:pathLst>
                <a:path w="8306434">
                  <a:moveTo>
                    <a:pt x="0" y="0"/>
                  </a:moveTo>
                  <a:lnTo>
                    <a:pt x="8306343" y="0"/>
                  </a:lnTo>
                </a:path>
              </a:pathLst>
            </a:custGeom>
            <a:ln w="3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7">
              <a:extLst>
                <a:ext uri="{FF2B5EF4-FFF2-40B4-BE49-F238E27FC236}">
                  <a16:creationId xmlns:a16="http://schemas.microsoft.com/office/drawing/2014/main" id="{CF942ADE-3F42-1300-9A15-7B7A471F2CAF}"/>
                </a:ext>
              </a:extLst>
            </p:cNvPr>
            <p:cNvSpPr/>
            <p:nvPr/>
          </p:nvSpPr>
          <p:spPr>
            <a:xfrm>
              <a:off x="1165974" y="4425456"/>
              <a:ext cx="8311515" cy="3810"/>
            </a:xfrm>
            <a:custGeom>
              <a:avLst/>
              <a:gdLst/>
              <a:ahLst/>
              <a:cxnLst/>
              <a:rect l="l" t="t" r="r" b="b"/>
              <a:pathLst>
                <a:path w="8311515" h="3810">
                  <a:moveTo>
                    <a:pt x="8310972" y="0"/>
                  </a:moveTo>
                  <a:lnTo>
                    <a:pt x="0" y="0"/>
                  </a:lnTo>
                  <a:lnTo>
                    <a:pt x="0" y="3434"/>
                  </a:lnTo>
                  <a:lnTo>
                    <a:pt x="8310972" y="3434"/>
                  </a:lnTo>
                  <a:lnTo>
                    <a:pt x="83109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8">
              <a:extLst>
                <a:ext uri="{FF2B5EF4-FFF2-40B4-BE49-F238E27FC236}">
                  <a16:creationId xmlns:a16="http://schemas.microsoft.com/office/drawing/2014/main" id="{0798DFD9-D4B6-EB54-ED82-803EF09FC39B}"/>
                </a:ext>
              </a:extLst>
            </p:cNvPr>
            <p:cNvSpPr/>
            <p:nvPr/>
          </p:nvSpPr>
          <p:spPr>
            <a:xfrm>
              <a:off x="1168306" y="4771114"/>
              <a:ext cx="8306434" cy="0"/>
            </a:xfrm>
            <a:custGeom>
              <a:avLst/>
              <a:gdLst/>
              <a:ahLst/>
              <a:cxnLst/>
              <a:rect l="l" t="t" r="r" b="b"/>
              <a:pathLst>
                <a:path w="8306434">
                  <a:moveTo>
                    <a:pt x="0" y="0"/>
                  </a:moveTo>
                  <a:lnTo>
                    <a:pt x="8306343" y="0"/>
                  </a:lnTo>
                </a:path>
              </a:pathLst>
            </a:custGeom>
            <a:ln w="3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9">
              <a:extLst>
                <a:ext uri="{FF2B5EF4-FFF2-40B4-BE49-F238E27FC236}">
                  <a16:creationId xmlns:a16="http://schemas.microsoft.com/office/drawing/2014/main" id="{2A923B8E-31BD-7854-0732-A23E671F6CEF}"/>
                </a:ext>
              </a:extLst>
            </p:cNvPr>
            <p:cNvSpPr/>
            <p:nvPr/>
          </p:nvSpPr>
          <p:spPr>
            <a:xfrm>
              <a:off x="1165974" y="4769415"/>
              <a:ext cx="8311515" cy="3810"/>
            </a:xfrm>
            <a:custGeom>
              <a:avLst/>
              <a:gdLst/>
              <a:ahLst/>
              <a:cxnLst/>
              <a:rect l="l" t="t" r="r" b="b"/>
              <a:pathLst>
                <a:path w="8311515" h="3810">
                  <a:moveTo>
                    <a:pt x="8310972" y="0"/>
                  </a:moveTo>
                  <a:lnTo>
                    <a:pt x="0" y="0"/>
                  </a:lnTo>
                  <a:lnTo>
                    <a:pt x="0" y="3434"/>
                  </a:lnTo>
                  <a:lnTo>
                    <a:pt x="8310972" y="3434"/>
                  </a:lnTo>
                  <a:lnTo>
                    <a:pt x="83109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70">
              <a:extLst>
                <a:ext uri="{FF2B5EF4-FFF2-40B4-BE49-F238E27FC236}">
                  <a16:creationId xmlns:a16="http://schemas.microsoft.com/office/drawing/2014/main" id="{A71A64C2-87C0-B575-DE6C-2BA50BC84DF9}"/>
                </a:ext>
              </a:extLst>
            </p:cNvPr>
            <p:cNvSpPr/>
            <p:nvPr/>
          </p:nvSpPr>
          <p:spPr>
            <a:xfrm>
              <a:off x="1168306" y="4953383"/>
              <a:ext cx="8306434" cy="0"/>
            </a:xfrm>
            <a:custGeom>
              <a:avLst/>
              <a:gdLst/>
              <a:ahLst/>
              <a:cxnLst/>
              <a:rect l="l" t="t" r="r" b="b"/>
              <a:pathLst>
                <a:path w="8306434">
                  <a:moveTo>
                    <a:pt x="0" y="0"/>
                  </a:moveTo>
                  <a:lnTo>
                    <a:pt x="8306343" y="0"/>
                  </a:lnTo>
                </a:path>
              </a:pathLst>
            </a:custGeom>
            <a:ln w="3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71">
              <a:extLst>
                <a:ext uri="{FF2B5EF4-FFF2-40B4-BE49-F238E27FC236}">
                  <a16:creationId xmlns:a16="http://schemas.microsoft.com/office/drawing/2014/main" id="{E01160F2-3A9C-D6DF-191E-AE7D82553FCF}"/>
                </a:ext>
              </a:extLst>
            </p:cNvPr>
            <p:cNvSpPr/>
            <p:nvPr/>
          </p:nvSpPr>
          <p:spPr>
            <a:xfrm>
              <a:off x="1165974" y="4951681"/>
              <a:ext cx="8311515" cy="3810"/>
            </a:xfrm>
            <a:custGeom>
              <a:avLst/>
              <a:gdLst/>
              <a:ahLst/>
              <a:cxnLst/>
              <a:rect l="l" t="t" r="r" b="b"/>
              <a:pathLst>
                <a:path w="8311515" h="3810">
                  <a:moveTo>
                    <a:pt x="8310972" y="0"/>
                  </a:moveTo>
                  <a:lnTo>
                    <a:pt x="0" y="0"/>
                  </a:lnTo>
                  <a:lnTo>
                    <a:pt x="0" y="3434"/>
                  </a:lnTo>
                  <a:lnTo>
                    <a:pt x="8310972" y="3434"/>
                  </a:lnTo>
                  <a:lnTo>
                    <a:pt x="83109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72">
              <a:extLst>
                <a:ext uri="{FF2B5EF4-FFF2-40B4-BE49-F238E27FC236}">
                  <a16:creationId xmlns:a16="http://schemas.microsoft.com/office/drawing/2014/main" id="{6D639698-887A-7D53-37ED-5F75F6DE8C4C}"/>
                </a:ext>
              </a:extLst>
            </p:cNvPr>
            <p:cNvSpPr/>
            <p:nvPr/>
          </p:nvSpPr>
          <p:spPr>
            <a:xfrm>
              <a:off x="1168306" y="5228428"/>
              <a:ext cx="8306434" cy="0"/>
            </a:xfrm>
            <a:custGeom>
              <a:avLst/>
              <a:gdLst/>
              <a:ahLst/>
              <a:cxnLst/>
              <a:rect l="l" t="t" r="r" b="b"/>
              <a:pathLst>
                <a:path w="8306434">
                  <a:moveTo>
                    <a:pt x="0" y="0"/>
                  </a:moveTo>
                  <a:lnTo>
                    <a:pt x="8306343" y="0"/>
                  </a:lnTo>
                </a:path>
              </a:pathLst>
            </a:custGeom>
            <a:ln w="3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73">
              <a:extLst>
                <a:ext uri="{FF2B5EF4-FFF2-40B4-BE49-F238E27FC236}">
                  <a16:creationId xmlns:a16="http://schemas.microsoft.com/office/drawing/2014/main" id="{A56029DB-1D81-617C-D8BF-5EDFFD6F5AF9}"/>
                </a:ext>
              </a:extLst>
            </p:cNvPr>
            <p:cNvSpPr/>
            <p:nvPr/>
          </p:nvSpPr>
          <p:spPr>
            <a:xfrm>
              <a:off x="1165974" y="5226689"/>
              <a:ext cx="8311515" cy="3810"/>
            </a:xfrm>
            <a:custGeom>
              <a:avLst/>
              <a:gdLst/>
              <a:ahLst/>
              <a:cxnLst/>
              <a:rect l="l" t="t" r="r" b="b"/>
              <a:pathLst>
                <a:path w="8311515" h="3810">
                  <a:moveTo>
                    <a:pt x="8310972" y="0"/>
                  </a:moveTo>
                  <a:lnTo>
                    <a:pt x="0" y="0"/>
                  </a:lnTo>
                  <a:lnTo>
                    <a:pt x="0" y="3434"/>
                  </a:lnTo>
                  <a:lnTo>
                    <a:pt x="8310972" y="3434"/>
                  </a:lnTo>
                  <a:lnTo>
                    <a:pt x="83109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74">
              <a:extLst>
                <a:ext uri="{FF2B5EF4-FFF2-40B4-BE49-F238E27FC236}">
                  <a16:creationId xmlns:a16="http://schemas.microsoft.com/office/drawing/2014/main" id="{9F9F9FAB-AD3D-D4B1-93BE-9E1F0060736B}"/>
                </a:ext>
              </a:extLst>
            </p:cNvPr>
            <p:cNvSpPr/>
            <p:nvPr/>
          </p:nvSpPr>
          <p:spPr>
            <a:xfrm>
              <a:off x="1168306" y="5503575"/>
              <a:ext cx="8306434" cy="0"/>
            </a:xfrm>
            <a:custGeom>
              <a:avLst/>
              <a:gdLst/>
              <a:ahLst/>
              <a:cxnLst/>
              <a:rect l="l" t="t" r="r" b="b"/>
              <a:pathLst>
                <a:path w="8306434">
                  <a:moveTo>
                    <a:pt x="0" y="0"/>
                  </a:moveTo>
                  <a:lnTo>
                    <a:pt x="8306343" y="0"/>
                  </a:lnTo>
                </a:path>
              </a:pathLst>
            </a:custGeom>
            <a:ln w="3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75">
              <a:extLst>
                <a:ext uri="{FF2B5EF4-FFF2-40B4-BE49-F238E27FC236}">
                  <a16:creationId xmlns:a16="http://schemas.microsoft.com/office/drawing/2014/main" id="{713C95FD-9E6E-7895-F958-085E9E6CF94E}"/>
                </a:ext>
              </a:extLst>
            </p:cNvPr>
            <p:cNvSpPr/>
            <p:nvPr/>
          </p:nvSpPr>
          <p:spPr>
            <a:xfrm>
              <a:off x="1165974" y="5501832"/>
              <a:ext cx="8311515" cy="3810"/>
            </a:xfrm>
            <a:custGeom>
              <a:avLst/>
              <a:gdLst/>
              <a:ahLst/>
              <a:cxnLst/>
              <a:rect l="l" t="t" r="r" b="b"/>
              <a:pathLst>
                <a:path w="8311515" h="3810">
                  <a:moveTo>
                    <a:pt x="8310972" y="0"/>
                  </a:moveTo>
                  <a:lnTo>
                    <a:pt x="0" y="0"/>
                  </a:lnTo>
                  <a:lnTo>
                    <a:pt x="0" y="3434"/>
                  </a:lnTo>
                  <a:lnTo>
                    <a:pt x="8310972" y="3434"/>
                  </a:lnTo>
                  <a:lnTo>
                    <a:pt x="83109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6">
              <a:extLst>
                <a:ext uri="{FF2B5EF4-FFF2-40B4-BE49-F238E27FC236}">
                  <a16:creationId xmlns:a16="http://schemas.microsoft.com/office/drawing/2014/main" id="{5E31F8A6-6DB3-C7C9-D478-A5910BF327C2}"/>
                </a:ext>
              </a:extLst>
            </p:cNvPr>
            <p:cNvSpPr/>
            <p:nvPr/>
          </p:nvSpPr>
          <p:spPr>
            <a:xfrm>
              <a:off x="1168306" y="5685802"/>
              <a:ext cx="8306434" cy="0"/>
            </a:xfrm>
            <a:custGeom>
              <a:avLst/>
              <a:gdLst/>
              <a:ahLst/>
              <a:cxnLst/>
              <a:rect l="l" t="t" r="r" b="b"/>
              <a:pathLst>
                <a:path w="8306434">
                  <a:moveTo>
                    <a:pt x="0" y="0"/>
                  </a:moveTo>
                  <a:lnTo>
                    <a:pt x="8306343" y="0"/>
                  </a:lnTo>
                </a:path>
              </a:pathLst>
            </a:custGeom>
            <a:ln w="3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7">
              <a:extLst>
                <a:ext uri="{FF2B5EF4-FFF2-40B4-BE49-F238E27FC236}">
                  <a16:creationId xmlns:a16="http://schemas.microsoft.com/office/drawing/2014/main" id="{A7EEC9AC-7C9E-20E0-2A9A-2D8D1B7C3E29}"/>
                </a:ext>
              </a:extLst>
            </p:cNvPr>
            <p:cNvSpPr/>
            <p:nvPr/>
          </p:nvSpPr>
          <p:spPr>
            <a:xfrm>
              <a:off x="1165974" y="5684088"/>
              <a:ext cx="8311515" cy="3810"/>
            </a:xfrm>
            <a:custGeom>
              <a:avLst/>
              <a:gdLst/>
              <a:ahLst/>
              <a:cxnLst/>
              <a:rect l="l" t="t" r="r" b="b"/>
              <a:pathLst>
                <a:path w="8311515" h="3810">
                  <a:moveTo>
                    <a:pt x="8310972" y="0"/>
                  </a:moveTo>
                  <a:lnTo>
                    <a:pt x="0" y="0"/>
                  </a:lnTo>
                  <a:lnTo>
                    <a:pt x="0" y="3434"/>
                  </a:lnTo>
                  <a:lnTo>
                    <a:pt x="8310972" y="3434"/>
                  </a:lnTo>
                  <a:lnTo>
                    <a:pt x="83109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8">
              <a:extLst>
                <a:ext uri="{FF2B5EF4-FFF2-40B4-BE49-F238E27FC236}">
                  <a16:creationId xmlns:a16="http://schemas.microsoft.com/office/drawing/2014/main" id="{A70E104F-2EE0-89A7-0013-CFB7FD73B737}"/>
                </a:ext>
              </a:extLst>
            </p:cNvPr>
            <p:cNvSpPr/>
            <p:nvPr/>
          </p:nvSpPr>
          <p:spPr>
            <a:xfrm>
              <a:off x="1168306" y="5868041"/>
              <a:ext cx="8306434" cy="0"/>
            </a:xfrm>
            <a:custGeom>
              <a:avLst/>
              <a:gdLst/>
              <a:ahLst/>
              <a:cxnLst/>
              <a:rect l="l" t="t" r="r" b="b"/>
              <a:pathLst>
                <a:path w="8306434">
                  <a:moveTo>
                    <a:pt x="0" y="0"/>
                  </a:moveTo>
                  <a:lnTo>
                    <a:pt x="8306343" y="0"/>
                  </a:lnTo>
                </a:path>
              </a:pathLst>
            </a:custGeom>
            <a:ln w="3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9">
              <a:extLst>
                <a:ext uri="{FF2B5EF4-FFF2-40B4-BE49-F238E27FC236}">
                  <a16:creationId xmlns:a16="http://schemas.microsoft.com/office/drawing/2014/main" id="{C812690E-190E-FADC-EC45-BBB95916A588}"/>
                </a:ext>
              </a:extLst>
            </p:cNvPr>
            <p:cNvSpPr/>
            <p:nvPr/>
          </p:nvSpPr>
          <p:spPr>
            <a:xfrm>
              <a:off x="1165974" y="5866324"/>
              <a:ext cx="8311515" cy="3810"/>
            </a:xfrm>
            <a:custGeom>
              <a:avLst/>
              <a:gdLst/>
              <a:ahLst/>
              <a:cxnLst/>
              <a:rect l="l" t="t" r="r" b="b"/>
              <a:pathLst>
                <a:path w="8311515" h="3810">
                  <a:moveTo>
                    <a:pt x="8310972" y="0"/>
                  </a:moveTo>
                  <a:lnTo>
                    <a:pt x="0" y="0"/>
                  </a:lnTo>
                  <a:lnTo>
                    <a:pt x="0" y="3434"/>
                  </a:lnTo>
                  <a:lnTo>
                    <a:pt x="8310972" y="3434"/>
                  </a:lnTo>
                  <a:lnTo>
                    <a:pt x="83109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80">
              <a:extLst>
                <a:ext uri="{FF2B5EF4-FFF2-40B4-BE49-F238E27FC236}">
                  <a16:creationId xmlns:a16="http://schemas.microsoft.com/office/drawing/2014/main" id="{09977F1E-2315-D343-0858-0A19D0C2834F}"/>
                </a:ext>
              </a:extLst>
            </p:cNvPr>
            <p:cNvSpPr/>
            <p:nvPr/>
          </p:nvSpPr>
          <p:spPr>
            <a:xfrm>
              <a:off x="1163648" y="134246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99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81">
              <a:extLst>
                <a:ext uri="{FF2B5EF4-FFF2-40B4-BE49-F238E27FC236}">
                  <a16:creationId xmlns:a16="http://schemas.microsoft.com/office/drawing/2014/main" id="{C1E6CC0F-3A74-4035-A8B1-31BB20527C87}"/>
                </a:ext>
              </a:extLst>
            </p:cNvPr>
            <p:cNvSpPr/>
            <p:nvPr/>
          </p:nvSpPr>
          <p:spPr>
            <a:xfrm>
              <a:off x="4823238" y="134246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99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82">
              <a:extLst>
                <a:ext uri="{FF2B5EF4-FFF2-40B4-BE49-F238E27FC236}">
                  <a16:creationId xmlns:a16="http://schemas.microsoft.com/office/drawing/2014/main" id="{635AA68E-FD63-BECC-E410-BE0BC7C76F4E}"/>
                </a:ext>
              </a:extLst>
            </p:cNvPr>
            <p:cNvSpPr/>
            <p:nvPr/>
          </p:nvSpPr>
          <p:spPr>
            <a:xfrm>
              <a:off x="5121240" y="134246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99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83">
              <a:extLst>
                <a:ext uri="{FF2B5EF4-FFF2-40B4-BE49-F238E27FC236}">
                  <a16:creationId xmlns:a16="http://schemas.microsoft.com/office/drawing/2014/main" id="{2F7CDD12-A618-9886-46D1-B0CE91C06FDB}"/>
                </a:ext>
              </a:extLst>
            </p:cNvPr>
            <p:cNvSpPr/>
            <p:nvPr/>
          </p:nvSpPr>
          <p:spPr>
            <a:xfrm>
              <a:off x="5600850" y="134246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99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8" name="object 184">
              <a:extLst>
                <a:ext uri="{FF2B5EF4-FFF2-40B4-BE49-F238E27FC236}">
                  <a16:creationId xmlns:a16="http://schemas.microsoft.com/office/drawing/2014/main" id="{7FC655EA-4135-31DF-7AE1-B324960A5EFD}"/>
                </a:ext>
              </a:extLst>
            </p:cNvPr>
            <p:cNvSpPr/>
            <p:nvPr/>
          </p:nvSpPr>
          <p:spPr>
            <a:xfrm>
              <a:off x="6210758" y="134246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99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9" name="object 185">
              <a:extLst>
                <a:ext uri="{FF2B5EF4-FFF2-40B4-BE49-F238E27FC236}">
                  <a16:creationId xmlns:a16="http://schemas.microsoft.com/office/drawing/2014/main" id="{9C34C1D9-6540-F2F8-3BC2-B10E4D305D3D}"/>
                </a:ext>
              </a:extLst>
            </p:cNvPr>
            <p:cNvSpPr/>
            <p:nvPr/>
          </p:nvSpPr>
          <p:spPr>
            <a:xfrm>
              <a:off x="6876626" y="134246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99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6">
              <a:extLst>
                <a:ext uri="{FF2B5EF4-FFF2-40B4-BE49-F238E27FC236}">
                  <a16:creationId xmlns:a16="http://schemas.microsoft.com/office/drawing/2014/main" id="{16E576BC-A405-FAF2-81A5-86E64F0E465C}"/>
                </a:ext>
              </a:extLst>
            </p:cNvPr>
            <p:cNvSpPr/>
            <p:nvPr/>
          </p:nvSpPr>
          <p:spPr>
            <a:xfrm>
              <a:off x="7472571" y="134246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99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7">
              <a:extLst>
                <a:ext uri="{FF2B5EF4-FFF2-40B4-BE49-F238E27FC236}">
                  <a16:creationId xmlns:a16="http://schemas.microsoft.com/office/drawing/2014/main" id="{5798FD6F-A299-FEC3-D206-800F8E934DF6}"/>
                </a:ext>
              </a:extLst>
            </p:cNvPr>
            <p:cNvSpPr/>
            <p:nvPr/>
          </p:nvSpPr>
          <p:spPr>
            <a:xfrm>
              <a:off x="8147626" y="134246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99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2" name="object 188">
              <a:extLst>
                <a:ext uri="{FF2B5EF4-FFF2-40B4-BE49-F238E27FC236}">
                  <a16:creationId xmlns:a16="http://schemas.microsoft.com/office/drawing/2014/main" id="{D8EE1942-74ED-065C-1FC2-24553745331B}"/>
                </a:ext>
              </a:extLst>
            </p:cNvPr>
            <p:cNvSpPr/>
            <p:nvPr/>
          </p:nvSpPr>
          <p:spPr>
            <a:xfrm>
              <a:off x="8813556" y="134246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99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189">
              <a:extLst>
                <a:ext uri="{FF2B5EF4-FFF2-40B4-BE49-F238E27FC236}">
                  <a16:creationId xmlns:a16="http://schemas.microsoft.com/office/drawing/2014/main" id="{3D0DDE01-1674-EE39-3DA0-43DF04351EDB}"/>
                </a:ext>
              </a:extLst>
            </p:cNvPr>
            <p:cNvSpPr/>
            <p:nvPr/>
          </p:nvSpPr>
          <p:spPr>
            <a:xfrm>
              <a:off x="1165974" y="1340765"/>
              <a:ext cx="8320405" cy="3810"/>
            </a:xfrm>
            <a:custGeom>
              <a:avLst/>
              <a:gdLst/>
              <a:ahLst/>
              <a:cxnLst/>
              <a:rect l="l" t="t" r="r" b="b"/>
              <a:pathLst>
                <a:path w="8320405" h="3809">
                  <a:moveTo>
                    <a:pt x="8320280" y="0"/>
                  </a:moveTo>
                  <a:lnTo>
                    <a:pt x="0" y="0"/>
                  </a:lnTo>
                  <a:lnTo>
                    <a:pt x="0" y="3434"/>
                  </a:lnTo>
                  <a:lnTo>
                    <a:pt x="8320280" y="3434"/>
                  </a:lnTo>
                  <a:lnTo>
                    <a:pt x="83202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90">
              <a:extLst>
                <a:ext uri="{FF2B5EF4-FFF2-40B4-BE49-F238E27FC236}">
                  <a16:creationId xmlns:a16="http://schemas.microsoft.com/office/drawing/2014/main" id="{26214F68-87CE-25E0-33DD-69F8A1FE32B8}"/>
                </a:ext>
              </a:extLst>
            </p:cNvPr>
            <p:cNvSpPr/>
            <p:nvPr/>
          </p:nvSpPr>
          <p:spPr>
            <a:xfrm>
              <a:off x="9483958" y="134246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99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91">
              <a:extLst>
                <a:ext uri="{FF2B5EF4-FFF2-40B4-BE49-F238E27FC236}">
                  <a16:creationId xmlns:a16="http://schemas.microsoft.com/office/drawing/2014/main" id="{40C2DF5D-ABF4-25C2-6593-EED74DA9DE35}"/>
                </a:ext>
              </a:extLst>
            </p:cNvPr>
            <p:cNvSpPr/>
            <p:nvPr/>
          </p:nvSpPr>
          <p:spPr>
            <a:xfrm>
              <a:off x="1740983" y="134246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99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92">
              <a:extLst>
                <a:ext uri="{FF2B5EF4-FFF2-40B4-BE49-F238E27FC236}">
                  <a16:creationId xmlns:a16="http://schemas.microsoft.com/office/drawing/2014/main" id="{8DD8C0CF-29CF-170E-CDA8-C39FF27C4AAA}"/>
                </a:ext>
              </a:extLst>
            </p:cNvPr>
            <p:cNvSpPr/>
            <p:nvPr/>
          </p:nvSpPr>
          <p:spPr>
            <a:xfrm>
              <a:off x="1165974" y="2042252"/>
              <a:ext cx="8320405" cy="6985"/>
            </a:xfrm>
            <a:custGeom>
              <a:avLst/>
              <a:gdLst/>
              <a:ahLst/>
              <a:cxnLst/>
              <a:rect l="l" t="t" r="r" b="b"/>
              <a:pathLst>
                <a:path w="8320405" h="6985">
                  <a:moveTo>
                    <a:pt x="8320280" y="0"/>
                  </a:moveTo>
                  <a:lnTo>
                    <a:pt x="0" y="0"/>
                  </a:lnTo>
                  <a:lnTo>
                    <a:pt x="0" y="6868"/>
                  </a:lnTo>
                  <a:lnTo>
                    <a:pt x="8320280" y="6868"/>
                  </a:lnTo>
                  <a:lnTo>
                    <a:pt x="83202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7" name="object 193">
              <a:extLst>
                <a:ext uri="{FF2B5EF4-FFF2-40B4-BE49-F238E27FC236}">
                  <a16:creationId xmlns:a16="http://schemas.microsoft.com/office/drawing/2014/main" id="{9A0D6658-3A82-0E1B-EEC5-7CCBC80BA8C5}"/>
                </a:ext>
              </a:extLst>
            </p:cNvPr>
            <p:cNvSpPr/>
            <p:nvPr/>
          </p:nvSpPr>
          <p:spPr>
            <a:xfrm>
              <a:off x="1168306" y="2305394"/>
              <a:ext cx="8306434" cy="0"/>
            </a:xfrm>
            <a:custGeom>
              <a:avLst/>
              <a:gdLst/>
              <a:ahLst/>
              <a:cxnLst/>
              <a:rect l="l" t="t" r="r" b="b"/>
              <a:pathLst>
                <a:path w="8306434">
                  <a:moveTo>
                    <a:pt x="0" y="0"/>
                  </a:moveTo>
                  <a:lnTo>
                    <a:pt x="8306343" y="0"/>
                  </a:lnTo>
                </a:path>
              </a:pathLst>
            </a:custGeom>
            <a:ln w="3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8" name="object 194">
              <a:extLst>
                <a:ext uri="{FF2B5EF4-FFF2-40B4-BE49-F238E27FC236}">
                  <a16:creationId xmlns:a16="http://schemas.microsoft.com/office/drawing/2014/main" id="{FFF60BC6-20AA-3B5D-9842-C63B31427449}"/>
                </a:ext>
              </a:extLst>
            </p:cNvPr>
            <p:cNvSpPr/>
            <p:nvPr/>
          </p:nvSpPr>
          <p:spPr>
            <a:xfrm>
              <a:off x="1165974" y="2303657"/>
              <a:ext cx="8311515" cy="3810"/>
            </a:xfrm>
            <a:custGeom>
              <a:avLst/>
              <a:gdLst/>
              <a:ahLst/>
              <a:cxnLst/>
              <a:rect l="l" t="t" r="r" b="b"/>
              <a:pathLst>
                <a:path w="8311515" h="3810">
                  <a:moveTo>
                    <a:pt x="8310972" y="0"/>
                  </a:moveTo>
                  <a:lnTo>
                    <a:pt x="0" y="0"/>
                  </a:lnTo>
                  <a:lnTo>
                    <a:pt x="0" y="3434"/>
                  </a:lnTo>
                  <a:lnTo>
                    <a:pt x="8310972" y="3434"/>
                  </a:lnTo>
                  <a:lnTo>
                    <a:pt x="83109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9" name="object 195">
              <a:extLst>
                <a:ext uri="{FF2B5EF4-FFF2-40B4-BE49-F238E27FC236}">
                  <a16:creationId xmlns:a16="http://schemas.microsoft.com/office/drawing/2014/main" id="{045E69CD-E4DD-F468-F7DC-B03B7498A1CB}"/>
                </a:ext>
              </a:extLst>
            </p:cNvPr>
            <p:cNvSpPr/>
            <p:nvPr/>
          </p:nvSpPr>
          <p:spPr>
            <a:xfrm>
              <a:off x="1168306" y="2442947"/>
              <a:ext cx="8306434" cy="0"/>
            </a:xfrm>
            <a:custGeom>
              <a:avLst/>
              <a:gdLst/>
              <a:ahLst/>
              <a:cxnLst/>
              <a:rect l="l" t="t" r="r" b="b"/>
              <a:pathLst>
                <a:path w="8306434">
                  <a:moveTo>
                    <a:pt x="0" y="0"/>
                  </a:moveTo>
                  <a:lnTo>
                    <a:pt x="8306343" y="0"/>
                  </a:lnTo>
                </a:path>
              </a:pathLst>
            </a:custGeom>
            <a:ln w="3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6">
              <a:extLst>
                <a:ext uri="{FF2B5EF4-FFF2-40B4-BE49-F238E27FC236}">
                  <a16:creationId xmlns:a16="http://schemas.microsoft.com/office/drawing/2014/main" id="{0F87B9B2-D1E4-E4AB-D03C-392F0F2CBE0C}"/>
                </a:ext>
              </a:extLst>
            </p:cNvPr>
            <p:cNvSpPr/>
            <p:nvPr/>
          </p:nvSpPr>
          <p:spPr>
            <a:xfrm>
              <a:off x="1165974" y="2441203"/>
              <a:ext cx="8311515" cy="3810"/>
            </a:xfrm>
            <a:custGeom>
              <a:avLst/>
              <a:gdLst/>
              <a:ahLst/>
              <a:cxnLst/>
              <a:rect l="l" t="t" r="r" b="b"/>
              <a:pathLst>
                <a:path w="8311515" h="3810">
                  <a:moveTo>
                    <a:pt x="8310972" y="0"/>
                  </a:moveTo>
                  <a:lnTo>
                    <a:pt x="0" y="0"/>
                  </a:lnTo>
                  <a:lnTo>
                    <a:pt x="0" y="3444"/>
                  </a:lnTo>
                  <a:lnTo>
                    <a:pt x="8310972" y="3444"/>
                  </a:lnTo>
                  <a:lnTo>
                    <a:pt x="83109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7">
              <a:extLst>
                <a:ext uri="{FF2B5EF4-FFF2-40B4-BE49-F238E27FC236}">
                  <a16:creationId xmlns:a16="http://schemas.microsoft.com/office/drawing/2014/main" id="{DF547286-7DD3-05AD-332E-2CFD560AA8EC}"/>
                </a:ext>
              </a:extLst>
            </p:cNvPr>
            <p:cNvSpPr/>
            <p:nvPr/>
          </p:nvSpPr>
          <p:spPr>
            <a:xfrm>
              <a:off x="1168306" y="2625216"/>
              <a:ext cx="8306434" cy="0"/>
            </a:xfrm>
            <a:custGeom>
              <a:avLst/>
              <a:gdLst/>
              <a:ahLst/>
              <a:cxnLst/>
              <a:rect l="l" t="t" r="r" b="b"/>
              <a:pathLst>
                <a:path w="8306434">
                  <a:moveTo>
                    <a:pt x="0" y="0"/>
                  </a:moveTo>
                  <a:lnTo>
                    <a:pt x="8306343" y="0"/>
                  </a:lnTo>
                </a:path>
              </a:pathLst>
            </a:custGeom>
            <a:ln w="3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2" name="object 198">
              <a:extLst>
                <a:ext uri="{FF2B5EF4-FFF2-40B4-BE49-F238E27FC236}">
                  <a16:creationId xmlns:a16="http://schemas.microsoft.com/office/drawing/2014/main" id="{84AB4224-5CC1-D130-68F6-5F5951A8AC04}"/>
                </a:ext>
              </a:extLst>
            </p:cNvPr>
            <p:cNvSpPr/>
            <p:nvPr/>
          </p:nvSpPr>
          <p:spPr>
            <a:xfrm>
              <a:off x="1165974" y="2623469"/>
              <a:ext cx="8311515" cy="3810"/>
            </a:xfrm>
            <a:custGeom>
              <a:avLst/>
              <a:gdLst/>
              <a:ahLst/>
              <a:cxnLst/>
              <a:rect l="l" t="t" r="r" b="b"/>
              <a:pathLst>
                <a:path w="8311515" h="3810">
                  <a:moveTo>
                    <a:pt x="8310972" y="0"/>
                  </a:moveTo>
                  <a:lnTo>
                    <a:pt x="0" y="0"/>
                  </a:lnTo>
                  <a:lnTo>
                    <a:pt x="0" y="3434"/>
                  </a:lnTo>
                  <a:lnTo>
                    <a:pt x="8310972" y="3434"/>
                  </a:lnTo>
                  <a:lnTo>
                    <a:pt x="83109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9">
              <a:extLst>
                <a:ext uri="{FF2B5EF4-FFF2-40B4-BE49-F238E27FC236}">
                  <a16:creationId xmlns:a16="http://schemas.microsoft.com/office/drawing/2014/main" id="{F47AC5DE-91E0-99C7-3099-147F6C76E124}"/>
                </a:ext>
              </a:extLst>
            </p:cNvPr>
            <p:cNvSpPr/>
            <p:nvPr/>
          </p:nvSpPr>
          <p:spPr>
            <a:xfrm>
              <a:off x="1168306" y="2807434"/>
              <a:ext cx="8306434" cy="0"/>
            </a:xfrm>
            <a:custGeom>
              <a:avLst/>
              <a:gdLst/>
              <a:ahLst/>
              <a:cxnLst/>
              <a:rect l="l" t="t" r="r" b="b"/>
              <a:pathLst>
                <a:path w="8306434">
                  <a:moveTo>
                    <a:pt x="0" y="0"/>
                  </a:moveTo>
                  <a:lnTo>
                    <a:pt x="8306343" y="0"/>
                  </a:lnTo>
                </a:path>
              </a:pathLst>
            </a:custGeom>
            <a:ln w="3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4" name="object 200">
              <a:extLst>
                <a:ext uri="{FF2B5EF4-FFF2-40B4-BE49-F238E27FC236}">
                  <a16:creationId xmlns:a16="http://schemas.microsoft.com/office/drawing/2014/main" id="{4253E75C-D0EB-48E1-02BA-B364116A7111}"/>
                </a:ext>
              </a:extLst>
            </p:cNvPr>
            <p:cNvSpPr/>
            <p:nvPr/>
          </p:nvSpPr>
          <p:spPr>
            <a:xfrm>
              <a:off x="1165974" y="2805694"/>
              <a:ext cx="8311515" cy="3810"/>
            </a:xfrm>
            <a:custGeom>
              <a:avLst/>
              <a:gdLst/>
              <a:ahLst/>
              <a:cxnLst/>
              <a:rect l="l" t="t" r="r" b="b"/>
              <a:pathLst>
                <a:path w="8311515" h="3810">
                  <a:moveTo>
                    <a:pt x="8310972" y="0"/>
                  </a:moveTo>
                  <a:lnTo>
                    <a:pt x="0" y="0"/>
                  </a:lnTo>
                  <a:lnTo>
                    <a:pt x="0" y="3434"/>
                  </a:lnTo>
                  <a:lnTo>
                    <a:pt x="8310972" y="3434"/>
                  </a:lnTo>
                  <a:lnTo>
                    <a:pt x="83109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201">
              <a:extLst>
                <a:ext uri="{FF2B5EF4-FFF2-40B4-BE49-F238E27FC236}">
                  <a16:creationId xmlns:a16="http://schemas.microsoft.com/office/drawing/2014/main" id="{9F2A4D00-E136-76A0-626D-711FA5FB3315}"/>
                </a:ext>
              </a:extLst>
            </p:cNvPr>
            <p:cNvSpPr/>
            <p:nvPr/>
          </p:nvSpPr>
          <p:spPr>
            <a:xfrm>
              <a:off x="1168306" y="2989662"/>
              <a:ext cx="8306434" cy="0"/>
            </a:xfrm>
            <a:custGeom>
              <a:avLst/>
              <a:gdLst/>
              <a:ahLst/>
              <a:cxnLst/>
              <a:rect l="l" t="t" r="r" b="b"/>
              <a:pathLst>
                <a:path w="8306434">
                  <a:moveTo>
                    <a:pt x="0" y="0"/>
                  </a:moveTo>
                  <a:lnTo>
                    <a:pt x="8306343" y="0"/>
                  </a:lnTo>
                </a:path>
              </a:pathLst>
            </a:custGeom>
            <a:ln w="3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202">
              <a:extLst>
                <a:ext uri="{FF2B5EF4-FFF2-40B4-BE49-F238E27FC236}">
                  <a16:creationId xmlns:a16="http://schemas.microsoft.com/office/drawing/2014/main" id="{89170459-3157-D8A0-E833-DEEA93C50B10}"/>
                </a:ext>
              </a:extLst>
            </p:cNvPr>
            <p:cNvSpPr/>
            <p:nvPr/>
          </p:nvSpPr>
          <p:spPr>
            <a:xfrm>
              <a:off x="1165974" y="2987971"/>
              <a:ext cx="8311515" cy="3810"/>
            </a:xfrm>
            <a:custGeom>
              <a:avLst/>
              <a:gdLst/>
              <a:ahLst/>
              <a:cxnLst/>
              <a:rect l="l" t="t" r="r" b="b"/>
              <a:pathLst>
                <a:path w="8311515" h="3810">
                  <a:moveTo>
                    <a:pt x="8310972" y="0"/>
                  </a:moveTo>
                  <a:lnTo>
                    <a:pt x="0" y="0"/>
                  </a:lnTo>
                  <a:lnTo>
                    <a:pt x="0" y="3434"/>
                  </a:lnTo>
                  <a:lnTo>
                    <a:pt x="8310972" y="3434"/>
                  </a:lnTo>
                  <a:lnTo>
                    <a:pt x="83109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203">
              <a:extLst>
                <a:ext uri="{FF2B5EF4-FFF2-40B4-BE49-F238E27FC236}">
                  <a16:creationId xmlns:a16="http://schemas.microsoft.com/office/drawing/2014/main" id="{BF80B4CF-73BD-C978-9FB6-AE1316B80212}"/>
                </a:ext>
              </a:extLst>
            </p:cNvPr>
            <p:cNvSpPr/>
            <p:nvPr/>
          </p:nvSpPr>
          <p:spPr>
            <a:xfrm>
              <a:off x="1168306" y="3171931"/>
              <a:ext cx="8306434" cy="0"/>
            </a:xfrm>
            <a:custGeom>
              <a:avLst/>
              <a:gdLst/>
              <a:ahLst/>
              <a:cxnLst/>
              <a:rect l="l" t="t" r="r" b="b"/>
              <a:pathLst>
                <a:path w="8306434">
                  <a:moveTo>
                    <a:pt x="0" y="0"/>
                  </a:moveTo>
                  <a:lnTo>
                    <a:pt x="8306343" y="0"/>
                  </a:lnTo>
                </a:path>
              </a:pathLst>
            </a:custGeom>
            <a:ln w="3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204">
              <a:extLst>
                <a:ext uri="{FF2B5EF4-FFF2-40B4-BE49-F238E27FC236}">
                  <a16:creationId xmlns:a16="http://schemas.microsoft.com/office/drawing/2014/main" id="{8318662E-5A47-197F-0FDE-68B630619699}"/>
                </a:ext>
              </a:extLst>
            </p:cNvPr>
            <p:cNvSpPr/>
            <p:nvPr/>
          </p:nvSpPr>
          <p:spPr>
            <a:xfrm>
              <a:off x="1165974" y="3170217"/>
              <a:ext cx="8311515" cy="3810"/>
            </a:xfrm>
            <a:custGeom>
              <a:avLst/>
              <a:gdLst/>
              <a:ahLst/>
              <a:cxnLst/>
              <a:rect l="l" t="t" r="r" b="b"/>
              <a:pathLst>
                <a:path w="8311515" h="3810">
                  <a:moveTo>
                    <a:pt x="8310972" y="0"/>
                  </a:moveTo>
                  <a:lnTo>
                    <a:pt x="0" y="0"/>
                  </a:lnTo>
                  <a:lnTo>
                    <a:pt x="0" y="3549"/>
                  </a:lnTo>
                  <a:lnTo>
                    <a:pt x="8310972" y="3549"/>
                  </a:lnTo>
                  <a:lnTo>
                    <a:pt x="83109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205">
              <a:extLst>
                <a:ext uri="{FF2B5EF4-FFF2-40B4-BE49-F238E27FC236}">
                  <a16:creationId xmlns:a16="http://schemas.microsoft.com/office/drawing/2014/main" id="{6799A695-AB4A-19C1-AD2F-0C969B6FC237}"/>
                </a:ext>
              </a:extLst>
            </p:cNvPr>
            <p:cNvSpPr/>
            <p:nvPr/>
          </p:nvSpPr>
          <p:spPr>
            <a:xfrm>
              <a:off x="1168306" y="3354292"/>
              <a:ext cx="8306434" cy="0"/>
            </a:xfrm>
            <a:custGeom>
              <a:avLst/>
              <a:gdLst/>
              <a:ahLst/>
              <a:cxnLst/>
              <a:rect l="l" t="t" r="r" b="b"/>
              <a:pathLst>
                <a:path w="8306434">
                  <a:moveTo>
                    <a:pt x="0" y="0"/>
                  </a:moveTo>
                  <a:lnTo>
                    <a:pt x="8306343" y="0"/>
                  </a:lnTo>
                </a:path>
              </a:pathLst>
            </a:custGeom>
            <a:ln w="3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6">
              <a:extLst>
                <a:ext uri="{FF2B5EF4-FFF2-40B4-BE49-F238E27FC236}">
                  <a16:creationId xmlns:a16="http://schemas.microsoft.com/office/drawing/2014/main" id="{5D85DE58-A1BB-2040-25F5-184F23BA71B3}"/>
                </a:ext>
              </a:extLst>
            </p:cNvPr>
            <p:cNvSpPr/>
            <p:nvPr/>
          </p:nvSpPr>
          <p:spPr>
            <a:xfrm>
              <a:off x="1161313" y="1340757"/>
              <a:ext cx="8315959" cy="4711700"/>
            </a:xfrm>
            <a:custGeom>
              <a:avLst/>
              <a:gdLst/>
              <a:ahLst/>
              <a:cxnLst/>
              <a:rect l="l" t="t" r="r" b="b"/>
              <a:pathLst>
                <a:path w="8315959" h="4711700">
                  <a:moveTo>
                    <a:pt x="8315630" y="2011832"/>
                  </a:moveTo>
                  <a:lnTo>
                    <a:pt x="4660" y="2011832"/>
                  </a:lnTo>
                  <a:lnTo>
                    <a:pt x="4660" y="0"/>
                  </a:lnTo>
                  <a:lnTo>
                    <a:pt x="0" y="0"/>
                  </a:lnTo>
                  <a:lnTo>
                    <a:pt x="0" y="4711370"/>
                  </a:lnTo>
                  <a:lnTo>
                    <a:pt x="4660" y="4711370"/>
                  </a:lnTo>
                  <a:lnTo>
                    <a:pt x="4660" y="2015286"/>
                  </a:lnTo>
                  <a:lnTo>
                    <a:pt x="8315630" y="2015286"/>
                  </a:lnTo>
                  <a:lnTo>
                    <a:pt x="8315630" y="20118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7">
              <a:extLst>
                <a:ext uri="{FF2B5EF4-FFF2-40B4-BE49-F238E27FC236}">
                  <a16:creationId xmlns:a16="http://schemas.microsoft.com/office/drawing/2014/main" id="{164BB5C7-B053-1FCF-0801-13C5D5A643A8}"/>
                </a:ext>
              </a:extLst>
            </p:cNvPr>
            <p:cNvSpPr/>
            <p:nvPr/>
          </p:nvSpPr>
          <p:spPr>
            <a:xfrm>
              <a:off x="1740983" y="2050821"/>
              <a:ext cx="0" cy="3823335"/>
            </a:xfrm>
            <a:custGeom>
              <a:avLst/>
              <a:gdLst/>
              <a:ahLst/>
              <a:cxnLst/>
              <a:rect l="l" t="t" r="r" b="b"/>
              <a:pathLst>
                <a:path h="3823335">
                  <a:moveTo>
                    <a:pt x="0" y="0"/>
                  </a:moveTo>
                  <a:lnTo>
                    <a:pt x="0" y="3822957"/>
                  </a:lnTo>
                </a:path>
              </a:pathLst>
            </a:custGeom>
            <a:ln w="3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2" name="object 208">
              <a:extLst>
                <a:ext uri="{FF2B5EF4-FFF2-40B4-BE49-F238E27FC236}">
                  <a16:creationId xmlns:a16="http://schemas.microsoft.com/office/drawing/2014/main" id="{AF707E76-E7E4-602C-627B-6F1BD66757F4}"/>
                </a:ext>
              </a:extLst>
            </p:cNvPr>
            <p:cNvSpPr/>
            <p:nvPr/>
          </p:nvSpPr>
          <p:spPr>
            <a:xfrm>
              <a:off x="1738659" y="2049131"/>
              <a:ext cx="5080" cy="3825240"/>
            </a:xfrm>
            <a:custGeom>
              <a:avLst/>
              <a:gdLst/>
              <a:ahLst/>
              <a:cxnLst/>
              <a:rect l="l" t="t" r="r" b="b"/>
              <a:pathLst>
                <a:path w="5080" h="3825240">
                  <a:moveTo>
                    <a:pt x="0" y="3824647"/>
                  </a:moveTo>
                  <a:lnTo>
                    <a:pt x="4649" y="3824647"/>
                  </a:lnTo>
                  <a:lnTo>
                    <a:pt x="4649" y="0"/>
                  </a:lnTo>
                  <a:lnTo>
                    <a:pt x="0" y="0"/>
                  </a:lnTo>
                  <a:lnTo>
                    <a:pt x="0" y="38246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9">
              <a:extLst>
                <a:ext uri="{FF2B5EF4-FFF2-40B4-BE49-F238E27FC236}">
                  <a16:creationId xmlns:a16="http://schemas.microsoft.com/office/drawing/2014/main" id="{538F584B-0141-9A6F-6D22-D6C4681EAE9D}"/>
                </a:ext>
              </a:extLst>
            </p:cNvPr>
            <p:cNvSpPr/>
            <p:nvPr/>
          </p:nvSpPr>
          <p:spPr>
            <a:xfrm>
              <a:off x="4827890" y="2133432"/>
              <a:ext cx="4646930" cy="0"/>
            </a:xfrm>
            <a:custGeom>
              <a:avLst/>
              <a:gdLst/>
              <a:ahLst/>
              <a:cxnLst/>
              <a:rect l="l" t="t" r="r" b="b"/>
              <a:pathLst>
                <a:path w="4646930">
                  <a:moveTo>
                    <a:pt x="0" y="0"/>
                  </a:moveTo>
                  <a:lnTo>
                    <a:pt x="4646759" y="0"/>
                  </a:lnTo>
                </a:path>
              </a:pathLst>
            </a:custGeom>
            <a:ln w="3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10">
              <a:extLst>
                <a:ext uri="{FF2B5EF4-FFF2-40B4-BE49-F238E27FC236}">
                  <a16:creationId xmlns:a16="http://schemas.microsoft.com/office/drawing/2014/main" id="{B976064A-2374-ED5E-FCB0-688565878F7C}"/>
                </a:ext>
              </a:extLst>
            </p:cNvPr>
            <p:cNvSpPr/>
            <p:nvPr/>
          </p:nvSpPr>
          <p:spPr>
            <a:xfrm>
              <a:off x="4825591" y="2131694"/>
              <a:ext cx="4651375" cy="3810"/>
            </a:xfrm>
            <a:custGeom>
              <a:avLst/>
              <a:gdLst/>
              <a:ahLst/>
              <a:cxnLst/>
              <a:rect l="l" t="t" r="r" b="b"/>
              <a:pathLst>
                <a:path w="4651375" h="3810">
                  <a:moveTo>
                    <a:pt x="4651345" y="0"/>
                  </a:moveTo>
                  <a:lnTo>
                    <a:pt x="0" y="0"/>
                  </a:lnTo>
                  <a:lnTo>
                    <a:pt x="0" y="3434"/>
                  </a:lnTo>
                  <a:lnTo>
                    <a:pt x="4651345" y="3434"/>
                  </a:lnTo>
                  <a:lnTo>
                    <a:pt x="46513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11">
              <a:extLst>
                <a:ext uri="{FF2B5EF4-FFF2-40B4-BE49-F238E27FC236}">
                  <a16:creationId xmlns:a16="http://schemas.microsoft.com/office/drawing/2014/main" id="{4800688E-B2E5-3560-CD4E-0ED39683C1FF}"/>
                </a:ext>
              </a:extLst>
            </p:cNvPr>
            <p:cNvSpPr/>
            <p:nvPr/>
          </p:nvSpPr>
          <p:spPr>
            <a:xfrm>
              <a:off x="4827890" y="2219480"/>
              <a:ext cx="4646930" cy="0"/>
            </a:xfrm>
            <a:custGeom>
              <a:avLst/>
              <a:gdLst/>
              <a:ahLst/>
              <a:cxnLst/>
              <a:rect l="l" t="t" r="r" b="b"/>
              <a:pathLst>
                <a:path w="4646930">
                  <a:moveTo>
                    <a:pt x="0" y="0"/>
                  </a:moveTo>
                  <a:lnTo>
                    <a:pt x="4646759" y="0"/>
                  </a:lnTo>
                </a:path>
              </a:pathLst>
            </a:custGeom>
            <a:ln w="3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12">
              <a:extLst>
                <a:ext uri="{FF2B5EF4-FFF2-40B4-BE49-F238E27FC236}">
                  <a16:creationId xmlns:a16="http://schemas.microsoft.com/office/drawing/2014/main" id="{98835918-D1FB-A8C6-6775-2A069DF62A25}"/>
                </a:ext>
              </a:extLst>
            </p:cNvPr>
            <p:cNvSpPr/>
            <p:nvPr/>
          </p:nvSpPr>
          <p:spPr>
            <a:xfrm>
              <a:off x="4825591" y="2217744"/>
              <a:ext cx="4651375" cy="3810"/>
            </a:xfrm>
            <a:custGeom>
              <a:avLst/>
              <a:gdLst/>
              <a:ahLst/>
              <a:cxnLst/>
              <a:rect l="l" t="t" r="r" b="b"/>
              <a:pathLst>
                <a:path w="4651375" h="3810">
                  <a:moveTo>
                    <a:pt x="4651345" y="0"/>
                  </a:moveTo>
                  <a:lnTo>
                    <a:pt x="0" y="0"/>
                  </a:lnTo>
                  <a:lnTo>
                    <a:pt x="0" y="3434"/>
                  </a:lnTo>
                  <a:lnTo>
                    <a:pt x="4651345" y="3434"/>
                  </a:lnTo>
                  <a:lnTo>
                    <a:pt x="46513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13">
              <a:extLst>
                <a:ext uri="{FF2B5EF4-FFF2-40B4-BE49-F238E27FC236}">
                  <a16:creationId xmlns:a16="http://schemas.microsoft.com/office/drawing/2014/main" id="{2B8FD406-5B09-96A0-F9E2-9E07BFE83E13}"/>
                </a:ext>
              </a:extLst>
            </p:cNvPr>
            <p:cNvSpPr/>
            <p:nvPr/>
          </p:nvSpPr>
          <p:spPr>
            <a:xfrm>
              <a:off x="4823238" y="2050821"/>
              <a:ext cx="0" cy="3823335"/>
            </a:xfrm>
            <a:custGeom>
              <a:avLst/>
              <a:gdLst/>
              <a:ahLst/>
              <a:cxnLst/>
              <a:rect l="l" t="t" r="r" b="b"/>
              <a:pathLst>
                <a:path h="3823335">
                  <a:moveTo>
                    <a:pt x="0" y="0"/>
                  </a:moveTo>
                  <a:lnTo>
                    <a:pt x="0" y="3822957"/>
                  </a:lnTo>
                </a:path>
              </a:pathLst>
            </a:custGeom>
            <a:ln w="3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14">
              <a:extLst>
                <a:ext uri="{FF2B5EF4-FFF2-40B4-BE49-F238E27FC236}">
                  <a16:creationId xmlns:a16="http://schemas.microsoft.com/office/drawing/2014/main" id="{AB79CFF4-2171-4A85-70B9-E701A926C817}"/>
                </a:ext>
              </a:extLst>
            </p:cNvPr>
            <p:cNvSpPr/>
            <p:nvPr/>
          </p:nvSpPr>
          <p:spPr>
            <a:xfrm>
              <a:off x="4820942" y="2049131"/>
              <a:ext cx="5080" cy="3825240"/>
            </a:xfrm>
            <a:custGeom>
              <a:avLst/>
              <a:gdLst/>
              <a:ahLst/>
              <a:cxnLst/>
              <a:rect l="l" t="t" r="r" b="b"/>
              <a:pathLst>
                <a:path w="5079" h="3825240">
                  <a:moveTo>
                    <a:pt x="0" y="3824647"/>
                  </a:moveTo>
                  <a:lnTo>
                    <a:pt x="4659" y="3824647"/>
                  </a:lnTo>
                  <a:lnTo>
                    <a:pt x="4659" y="0"/>
                  </a:lnTo>
                  <a:lnTo>
                    <a:pt x="0" y="0"/>
                  </a:lnTo>
                  <a:lnTo>
                    <a:pt x="0" y="38246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15">
              <a:extLst>
                <a:ext uri="{FF2B5EF4-FFF2-40B4-BE49-F238E27FC236}">
                  <a16:creationId xmlns:a16="http://schemas.microsoft.com/office/drawing/2014/main" id="{50821E3F-3D1C-1B2C-4425-067A307B1AF0}"/>
                </a:ext>
              </a:extLst>
            </p:cNvPr>
            <p:cNvSpPr/>
            <p:nvPr/>
          </p:nvSpPr>
          <p:spPr>
            <a:xfrm>
              <a:off x="5121240" y="2050821"/>
              <a:ext cx="0" cy="3823335"/>
            </a:xfrm>
            <a:custGeom>
              <a:avLst/>
              <a:gdLst/>
              <a:ahLst/>
              <a:cxnLst/>
              <a:rect l="l" t="t" r="r" b="b"/>
              <a:pathLst>
                <a:path h="3823335">
                  <a:moveTo>
                    <a:pt x="0" y="0"/>
                  </a:moveTo>
                  <a:lnTo>
                    <a:pt x="0" y="3822957"/>
                  </a:lnTo>
                </a:path>
              </a:pathLst>
            </a:custGeom>
            <a:ln w="3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0" name="object 216">
              <a:extLst>
                <a:ext uri="{FF2B5EF4-FFF2-40B4-BE49-F238E27FC236}">
                  <a16:creationId xmlns:a16="http://schemas.microsoft.com/office/drawing/2014/main" id="{37D6F737-3C40-3E79-E528-C0C5C66B52C4}"/>
                </a:ext>
              </a:extLst>
            </p:cNvPr>
            <p:cNvSpPr/>
            <p:nvPr/>
          </p:nvSpPr>
          <p:spPr>
            <a:xfrm>
              <a:off x="5118880" y="2049131"/>
              <a:ext cx="5080" cy="3825240"/>
            </a:xfrm>
            <a:custGeom>
              <a:avLst/>
              <a:gdLst/>
              <a:ahLst/>
              <a:cxnLst/>
              <a:rect l="l" t="t" r="r" b="b"/>
              <a:pathLst>
                <a:path w="5079" h="3825240">
                  <a:moveTo>
                    <a:pt x="0" y="3824647"/>
                  </a:moveTo>
                  <a:lnTo>
                    <a:pt x="4659" y="3824647"/>
                  </a:lnTo>
                  <a:lnTo>
                    <a:pt x="4659" y="0"/>
                  </a:lnTo>
                  <a:lnTo>
                    <a:pt x="0" y="0"/>
                  </a:lnTo>
                  <a:lnTo>
                    <a:pt x="0" y="382464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1" name="object 217">
              <a:extLst>
                <a:ext uri="{FF2B5EF4-FFF2-40B4-BE49-F238E27FC236}">
                  <a16:creationId xmlns:a16="http://schemas.microsoft.com/office/drawing/2014/main" id="{2E969ED2-9EC5-24C0-9A11-9D0FA68B6394}"/>
                </a:ext>
              </a:extLst>
            </p:cNvPr>
            <p:cNvSpPr/>
            <p:nvPr/>
          </p:nvSpPr>
          <p:spPr>
            <a:xfrm>
              <a:off x="5600850" y="2136867"/>
              <a:ext cx="0" cy="3736975"/>
            </a:xfrm>
            <a:custGeom>
              <a:avLst/>
              <a:gdLst/>
              <a:ahLst/>
              <a:cxnLst/>
              <a:rect l="l" t="t" r="r" b="b"/>
              <a:pathLst>
                <a:path h="3736975">
                  <a:moveTo>
                    <a:pt x="0" y="0"/>
                  </a:moveTo>
                  <a:lnTo>
                    <a:pt x="0" y="3736911"/>
                  </a:lnTo>
                </a:path>
              </a:pathLst>
            </a:custGeom>
            <a:ln w="3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2" name="object 218">
              <a:extLst>
                <a:ext uri="{FF2B5EF4-FFF2-40B4-BE49-F238E27FC236}">
                  <a16:creationId xmlns:a16="http://schemas.microsoft.com/office/drawing/2014/main" id="{90791FE2-A6BC-9D7D-73E8-84126546DD21}"/>
                </a:ext>
              </a:extLst>
            </p:cNvPr>
            <p:cNvSpPr/>
            <p:nvPr/>
          </p:nvSpPr>
          <p:spPr>
            <a:xfrm>
              <a:off x="5598489" y="2135128"/>
              <a:ext cx="5080" cy="3738879"/>
            </a:xfrm>
            <a:custGeom>
              <a:avLst/>
              <a:gdLst/>
              <a:ahLst/>
              <a:cxnLst/>
              <a:rect l="l" t="t" r="r" b="b"/>
              <a:pathLst>
                <a:path w="5079" h="3738879">
                  <a:moveTo>
                    <a:pt x="0" y="3738650"/>
                  </a:moveTo>
                  <a:lnTo>
                    <a:pt x="4659" y="3738650"/>
                  </a:lnTo>
                  <a:lnTo>
                    <a:pt x="4659" y="0"/>
                  </a:lnTo>
                  <a:lnTo>
                    <a:pt x="0" y="0"/>
                  </a:lnTo>
                  <a:lnTo>
                    <a:pt x="0" y="37386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9">
              <a:extLst>
                <a:ext uri="{FF2B5EF4-FFF2-40B4-BE49-F238E27FC236}">
                  <a16:creationId xmlns:a16="http://schemas.microsoft.com/office/drawing/2014/main" id="{9066F21A-8FEE-5B07-DDFC-ACCD81C747D7}"/>
                </a:ext>
              </a:extLst>
            </p:cNvPr>
            <p:cNvSpPr/>
            <p:nvPr/>
          </p:nvSpPr>
          <p:spPr>
            <a:xfrm>
              <a:off x="6210758" y="2222926"/>
              <a:ext cx="0" cy="3651250"/>
            </a:xfrm>
            <a:custGeom>
              <a:avLst/>
              <a:gdLst/>
              <a:ahLst/>
              <a:cxnLst/>
              <a:rect l="l" t="t" r="r" b="b"/>
              <a:pathLst>
                <a:path h="3651250">
                  <a:moveTo>
                    <a:pt x="0" y="0"/>
                  </a:moveTo>
                  <a:lnTo>
                    <a:pt x="0" y="3650853"/>
                  </a:lnTo>
                </a:path>
              </a:pathLst>
            </a:custGeom>
            <a:ln w="3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20">
              <a:extLst>
                <a:ext uri="{FF2B5EF4-FFF2-40B4-BE49-F238E27FC236}">
                  <a16:creationId xmlns:a16="http://schemas.microsoft.com/office/drawing/2014/main" id="{67591B16-BC1A-7FDD-8FBC-AA2A71C93857}"/>
                </a:ext>
              </a:extLst>
            </p:cNvPr>
            <p:cNvSpPr/>
            <p:nvPr/>
          </p:nvSpPr>
          <p:spPr>
            <a:xfrm>
              <a:off x="6208397" y="2221178"/>
              <a:ext cx="5080" cy="3653154"/>
            </a:xfrm>
            <a:custGeom>
              <a:avLst/>
              <a:gdLst/>
              <a:ahLst/>
              <a:cxnLst/>
              <a:rect l="l" t="t" r="r" b="b"/>
              <a:pathLst>
                <a:path w="5079" h="3653154">
                  <a:moveTo>
                    <a:pt x="0" y="3652600"/>
                  </a:moveTo>
                  <a:lnTo>
                    <a:pt x="4659" y="3652600"/>
                  </a:lnTo>
                  <a:lnTo>
                    <a:pt x="4659" y="0"/>
                  </a:lnTo>
                  <a:lnTo>
                    <a:pt x="0" y="0"/>
                  </a:lnTo>
                  <a:lnTo>
                    <a:pt x="0" y="3652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21">
              <a:extLst>
                <a:ext uri="{FF2B5EF4-FFF2-40B4-BE49-F238E27FC236}">
                  <a16:creationId xmlns:a16="http://schemas.microsoft.com/office/drawing/2014/main" id="{A52F4005-45AD-2D00-C2DB-916CA90E924D}"/>
                </a:ext>
              </a:extLst>
            </p:cNvPr>
            <p:cNvSpPr/>
            <p:nvPr/>
          </p:nvSpPr>
          <p:spPr>
            <a:xfrm>
              <a:off x="6876626" y="2222926"/>
              <a:ext cx="0" cy="3651250"/>
            </a:xfrm>
            <a:custGeom>
              <a:avLst/>
              <a:gdLst/>
              <a:ahLst/>
              <a:cxnLst/>
              <a:rect l="l" t="t" r="r" b="b"/>
              <a:pathLst>
                <a:path h="3651250">
                  <a:moveTo>
                    <a:pt x="0" y="0"/>
                  </a:moveTo>
                  <a:lnTo>
                    <a:pt x="0" y="3650853"/>
                  </a:lnTo>
                </a:path>
              </a:pathLst>
            </a:custGeom>
            <a:ln w="3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22">
              <a:extLst>
                <a:ext uri="{FF2B5EF4-FFF2-40B4-BE49-F238E27FC236}">
                  <a16:creationId xmlns:a16="http://schemas.microsoft.com/office/drawing/2014/main" id="{F1C81BF0-AD45-FE7F-03C8-398FCED09BD8}"/>
                </a:ext>
              </a:extLst>
            </p:cNvPr>
            <p:cNvSpPr/>
            <p:nvPr/>
          </p:nvSpPr>
          <p:spPr>
            <a:xfrm>
              <a:off x="6874324" y="2221178"/>
              <a:ext cx="5080" cy="3653154"/>
            </a:xfrm>
            <a:custGeom>
              <a:avLst/>
              <a:gdLst/>
              <a:ahLst/>
              <a:cxnLst/>
              <a:rect l="l" t="t" r="r" b="b"/>
              <a:pathLst>
                <a:path w="5079" h="3653154">
                  <a:moveTo>
                    <a:pt x="0" y="3652600"/>
                  </a:moveTo>
                  <a:lnTo>
                    <a:pt x="4659" y="3652600"/>
                  </a:lnTo>
                  <a:lnTo>
                    <a:pt x="4659" y="0"/>
                  </a:lnTo>
                  <a:lnTo>
                    <a:pt x="0" y="0"/>
                  </a:lnTo>
                  <a:lnTo>
                    <a:pt x="0" y="3652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23">
              <a:extLst>
                <a:ext uri="{FF2B5EF4-FFF2-40B4-BE49-F238E27FC236}">
                  <a16:creationId xmlns:a16="http://schemas.microsoft.com/office/drawing/2014/main" id="{8B304E00-AFF5-1913-1606-5A0925050898}"/>
                </a:ext>
              </a:extLst>
            </p:cNvPr>
            <p:cNvSpPr/>
            <p:nvPr/>
          </p:nvSpPr>
          <p:spPr>
            <a:xfrm>
              <a:off x="7472571" y="2136867"/>
              <a:ext cx="0" cy="3736975"/>
            </a:xfrm>
            <a:custGeom>
              <a:avLst/>
              <a:gdLst/>
              <a:ahLst/>
              <a:cxnLst/>
              <a:rect l="l" t="t" r="r" b="b"/>
              <a:pathLst>
                <a:path h="3736975">
                  <a:moveTo>
                    <a:pt x="0" y="0"/>
                  </a:moveTo>
                  <a:lnTo>
                    <a:pt x="0" y="3736911"/>
                  </a:lnTo>
                </a:path>
              </a:pathLst>
            </a:custGeom>
            <a:ln w="3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24">
              <a:extLst>
                <a:ext uri="{FF2B5EF4-FFF2-40B4-BE49-F238E27FC236}">
                  <a16:creationId xmlns:a16="http://schemas.microsoft.com/office/drawing/2014/main" id="{5BEB1BF5-6FFA-3EA6-48F1-63681B0D2B46}"/>
                </a:ext>
              </a:extLst>
            </p:cNvPr>
            <p:cNvSpPr/>
            <p:nvPr/>
          </p:nvSpPr>
          <p:spPr>
            <a:xfrm>
              <a:off x="7470275" y="2135128"/>
              <a:ext cx="5080" cy="3738879"/>
            </a:xfrm>
            <a:custGeom>
              <a:avLst/>
              <a:gdLst/>
              <a:ahLst/>
              <a:cxnLst/>
              <a:rect l="l" t="t" r="r" b="b"/>
              <a:pathLst>
                <a:path w="5079" h="3738879">
                  <a:moveTo>
                    <a:pt x="0" y="3738650"/>
                  </a:moveTo>
                  <a:lnTo>
                    <a:pt x="4659" y="3738650"/>
                  </a:lnTo>
                  <a:lnTo>
                    <a:pt x="4659" y="0"/>
                  </a:lnTo>
                  <a:lnTo>
                    <a:pt x="0" y="0"/>
                  </a:lnTo>
                  <a:lnTo>
                    <a:pt x="0" y="37386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25">
              <a:extLst>
                <a:ext uri="{FF2B5EF4-FFF2-40B4-BE49-F238E27FC236}">
                  <a16:creationId xmlns:a16="http://schemas.microsoft.com/office/drawing/2014/main" id="{DF843133-FB90-0085-3449-B66815F84357}"/>
                </a:ext>
              </a:extLst>
            </p:cNvPr>
            <p:cNvSpPr/>
            <p:nvPr/>
          </p:nvSpPr>
          <p:spPr>
            <a:xfrm>
              <a:off x="8147626" y="2222926"/>
              <a:ext cx="0" cy="3651250"/>
            </a:xfrm>
            <a:custGeom>
              <a:avLst/>
              <a:gdLst/>
              <a:ahLst/>
              <a:cxnLst/>
              <a:rect l="l" t="t" r="r" b="b"/>
              <a:pathLst>
                <a:path h="3651250">
                  <a:moveTo>
                    <a:pt x="0" y="0"/>
                  </a:moveTo>
                  <a:lnTo>
                    <a:pt x="0" y="3650853"/>
                  </a:lnTo>
                </a:path>
              </a:pathLst>
            </a:custGeom>
            <a:ln w="3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6">
              <a:extLst>
                <a:ext uri="{FF2B5EF4-FFF2-40B4-BE49-F238E27FC236}">
                  <a16:creationId xmlns:a16="http://schemas.microsoft.com/office/drawing/2014/main" id="{1F4224BD-C81A-BEFE-FBF1-4387D0FB33E6}"/>
                </a:ext>
              </a:extLst>
            </p:cNvPr>
            <p:cNvSpPr/>
            <p:nvPr/>
          </p:nvSpPr>
          <p:spPr>
            <a:xfrm>
              <a:off x="8145322" y="2221178"/>
              <a:ext cx="5080" cy="3653154"/>
            </a:xfrm>
            <a:custGeom>
              <a:avLst/>
              <a:gdLst/>
              <a:ahLst/>
              <a:cxnLst/>
              <a:rect l="l" t="t" r="r" b="b"/>
              <a:pathLst>
                <a:path w="5079" h="3653154">
                  <a:moveTo>
                    <a:pt x="0" y="3652600"/>
                  </a:moveTo>
                  <a:lnTo>
                    <a:pt x="4659" y="3652600"/>
                  </a:lnTo>
                  <a:lnTo>
                    <a:pt x="4659" y="0"/>
                  </a:lnTo>
                  <a:lnTo>
                    <a:pt x="0" y="0"/>
                  </a:lnTo>
                  <a:lnTo>
                    <a:pt x="0" y="3652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7">
              <a:extLst>
                <a:ext uri="{FF2B5EF4-FFF2-40B4-BE49-F238E27FC236}">
                  <a16:creationId xmlns:a16="http://schemas.microsoft.com/office/drawing/2014/main" id="{4F925E9B-6387-4413-29D2-965949161E70}"/>
                </a:ext>
              </a:extLst>
            </p:cNvPr>
            <p:cNvSpPr/>
            <p:nvPr/>
          </p:nvSpPr>
          <p:spPr>
            <a:xfrm>
              <a:off x="8813556" y="2222926"/>
              <a:ext cx="0" cy="3651250"/>
            </a:xfrm>
            <a:custGeom>
              <a:avLst/>
              <a:gdLst/>
              <a:ahLst/>
              <a:cxnLst/>
              <a:rect l="l" t="t" r="r" b="b"/>
              <a:pathLst>
                <a:path h="3651250">
                  <a:moveTo>
                    <a:pt x="0" y="0"/>
                  </a:moveTo>
                  <a:lnTo>
                    <a:pt x="0" y="3650853"/>
                  </a:lnTo>
                </a:path>
              </a:pathLst>
            </a:custGeom>
            <a:ln w="399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8">
              <a:extLst>
                <a:ext uri="{FF2B5EF4-FFF2-40B4-BE49-F238E27FC236}">
                  <a16:creationId xmlns:a16="http://schemas.microsoft.com/office/drawing/2014/main" id="{BD6D4E9B-9D3C-7249-3E5D-DD91D6E19425}"/>
                </a:ext>
              </a:extLst>
            </p:cNvPr>
            <p:cNvSpPr/>
            <p:nvPr/>
          </p:nvSpPr>
          <p:spPr>
            <a:xfrm>
              <a:off x="8811196" y="1344211"/>
              <a:ext cx="675640" cy="4530090"/>
            </a:xfrm>
            <a:custGeom>
              <a:avLst/>
              <a:gdLst/>
              <a:ahLst/>
              <a:cxnLst/>
              <a:rect l="l" t="t" r="r" b="b"/>
              <a:pathLst>
                <a:path w="675640" h="4530090">
                  <a:moveTo>
                    <a:pt x="4648" y="876973"/>
                  </a:moveTo>
                  <a:lnTo>
                    <a:pt x="0" y="876973"/>
                  </a:lnTo>
                  <a:lnTo>
                    <a:pt x="0" y="4529569"/>
                  </a:lnTo>
                  <a:lnTo>
                    <a:pt x="4648" y="4529569"/>
                  </a:lnTo>
                  <a:lnTo>
                    <a:pt x="4648" y="876973"/>
                  </a:lnTo>
                  <a:close/>
                </a:path>
                <a:path w="675640" h="4530090">
                  <a:moveTo>
                    <a:pt x="675055" y="0"/>
                  </a:moveTo>
                  <a:lnTo>
                    <a:pt x="665746" y="0"/>
                  </a:lnTo>
                  <a:lnTo>
                    <a:pt x="665746" y="4529569"/>
                  </a:lnTo>
                  <a:lnTo>
                    <a:pt x="675055" y="4529569"/>
                  </a:lnTo>
                  <a:lnTo>
                    <a:pt x="6750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9">
              <a:extLst>
                <a:ext uri="{FF2B5EF4-FFF2-40B4-BE49-F238E27FC236}">
                  <a16:creationId xmlns:a16="http://schemas.microsoft.com/office/drawing/2014/main" id="{D1B4B403-1412-6CE6-1771-4977B1D690BC}"/>
                </a:ext>
              </a:extLst>
            </p:cNvPr>
            <p:cNvSpPr/>
            <p:nvPr/>
          </p:nvSpPr>
          <p:spPr>
            <a:xfrm>
              <a:off x="9488610" y="134246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99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30">
              <a:extLst>
                <a:ext uri="{FF2B5EF4-FFF2-40B4-BE49-F238E27FC236}">
                  <a16:creationId xmlns:a16="http://schemas.microsoft.com/office/drawing/2014/main" id="{F2569589-E22E-1F65-606A-D3415B85C296}"/>
                </a:ext>
              </a:extLst>
            </p:cNvPr>
            <p:cNvSpPr/>
            <p:nvPr/>
          </p:nvSpPr>
          <p:spPr>
            <a:xfrm>
              <a:off x="9488610" y="145943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99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31">
              <a:extLst>
                <a:ext uri="{FF2B5EF4-FFF2-40B4-BE49-F238E27FC236}">
                  <a16:creationId xmlns:a16="http://schemas.microsoft.com/office/drawing/2014/main" id="{BF62C9CD-7DDE-3156-E54F-1A52A9E3812A}"/>
                </a:ext>
              </a:extLst>
            </p:cNvPr>
            <p:cNvSpPr/>
            <p:nvPr/>
          </p:nvSpPr>
          <p:spPr>
            <a:xfrm>
              <a:off x="9488610" y="157627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99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32">
              <a:extLst>
                <a:ext uri="{FF2B5EF4-FFF2-40B4-BE49-F238E27FC236}">
                  <a16:creationId xmlns:a16="http://schemas.microsoft.com/office/drawing/2014/main" id="{D1ABCBCF-23D3-DDD0-C61C-675AF570CE03}"/>
                </a:ext>
              </a:extLst>
            </p:cNvPr>
            <p:cNvSpPr/>
            <p:nvPr/>
          </p:nvSpPr>
          <p:spPr>
            <a:xfrm>
              <a:off x="9488610" y="169320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99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33">
              <a:extLst>
                <a:ext uri="{FF2B5EF4-FFF2-40B4-BE49-F238E27FC236}">
                  <a16:creationId xmlns:a16="http://schemas.microsoft.com/office/drawing/2014/main" id="{ACB0BE9A-F34D-2FD8-2215-F30CA60798F5}"/>
                </a:ext>
              </a:extLst>
            </p:cNvPr>
            <p:cNvSpPr/>
            <p:nvPr/>
          </p:nvSpPr>
          <p:spPr>
            <a:xfrm>
              <a:off x="9488610" y="181018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99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34">
              <a:extLst>
                <a:ext uri="{FF2B5EF4-FFF2-40B4-BE49-F238E27FC236}">
                  <a16:creationId xmlns:a16="http://schemas.microsoft.com/office/drawing/2014/main" id="{708B9EEF-EB87-9A41-96B9-E7D8318EE934}"/>
                </a:ext>
              </a:extLst>
            </p:cNvPr>
            <p:cNvSpPr/>
            <p:nvPr/>
          </p:nvSpPr>
          <p:spPr>
            <a:xfrm>
              <a:off x="9488610" y="192711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99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35">
              <a:extLst>
                <a:ext uri="{FF2B5EF4-FFF2-40B4-BE49-F238E27FC236}">
                  <a16:creationId xmlns:a16="http://schemas.microsoft.com/office/drawing/2014/main" id="{6CF32FBC-E0EF-795E-FFF8-28FFEDC1835E}"/>
                </a:ext>
              </a:extLst>
            </p:cNvPr>
            <p:cNvSpPr/>
            <p:nvPr/>
          </p:nvSpPr>
          <p:spPr>
            <a:xfrm>
              <a:off x="9488610" y="204738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99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6">
              <a:extLst>
                <a:ext uri="{FF2B5EF4-FFF2-40B4-BE49-F238E27FC236}">
                  <a16:creationId xmlns:a16="http://schemas.microsoft.com/office/drawing/2014/main" id="{3865FDE1-B21A-8F5F-5E0E-4472C5A5B0B9}"/>
                </a:ext>
              </a:extLst>
            </p:cNvPr>
            <p:cNvSpPr/>
            <p:nvPr/>
          </p:nvSpPr>
          <p:spPr>
            <a:xfrm>
              <a:off x="9488610" y="213343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99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7">
              <a:extLst>
                <a:ext uri="{FF2B5EF4-FFF2-40B4-BE49-F238E27FC236}">
                  <a16:creationId xmlns:a16="http://schemas.microsoft.com/office/drawing/2014/main" id="{04D0CF30-F5F2-E95C-3800-1CAD9277A371}"/>
                </a:ext>
              </a:extLst>
            </p:cNvPr>
            <p:cNvSpPr/>
            <p:nvPr/>
          </p:nvSpPr>
          <p:spPr>
            <a:xfrm>
              <a:off x="9488610" y="221948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99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238">
              <a:extLst>
                <a:ext uri="{FF2B5EF4-FFF2-40B4-BE49-F238E27FC236}">
                  <a16:creationId xmlns:a16="http://schemas.microsoft.com/office/drawing/2014/main" id="{CD0378E3-11A8-8BC0-C8D8-677D038B3C49}"/>
                </a:ext>
              </a:extLst>
            </p:cNvPr>
            <p:cNvSpPr/>
            <p:nvPr/>
          </p:nvSpPr>
          <p:spPr>
            <a:xfrm>
              <a:off x="9488610" y="230539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99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239">
              <a:extLst>
                <a:ext uri="{FF2B5EF4-FFF2-40B4-BE49-F238E27FC236}">
                  <a16:creationId xmlns:a16="http://schemas.microsoft.com/office/drawing/2014/main" id="{FACCC942-094F-1F41-F390-2EEA754E0D88}"/>
                </a:ext>
              </a:extLst>
            </p:cNvPr>
            <p:cNvSpPr/>
            <p:nvPr/>
          </p:nvSpPr>
          <p:spPr>
            <a:xfrm>
              <a:off x="9488610" y="244294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99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40">
              <a:extLst>
                <a:ext uri="{FF2B5EF4-FFF2-40B4-BE49-F238E27FC236}">
                  <a16:creationId xmlns:a16="http://schemas.microsoft.com/office/drawing/2014/main" id="{16CE2A0D-867B-92B6-B492-C6D188E48596}"/>
                </a:ext>
              </a:extLst>
            </p:cNvPr>
            <p:cNvSpPr/>
            <p:nvPr/>
          </p:nvSpPr>
          <p:spPr>
            <a:xfrm>
              <a:off x="9488610" y="262521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99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5" name="object 241">
              <a:extLst>
                <a:ext uri="{FF2B5EF4-FFF2-40B4-BE49-F238E27FC236}">
                  <a16:creationId xmlns:a16="http://schemas.microsoft.com/office/drawing/2014/main" id="{068DF800-58F3-7C53-355C-906C9D57C651}"/>
                </a:ext>
              </a:extLst>
            </p:cNvPr>
            <p:cNvSpPr/>
            <p:nvPr/>
          </p:nvSpPr>
          <p:spPr>
            <a:xfrm>
              <a:off x="9488610" y="280743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99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6" name="object 242">
              <a:extLst>
                <a:ext uri="{FF2B5EF4-FFF2-40B4-BE49-F238E27FC236}">
                  <a16:creationId xmlns:a16="http://schemas.microsoft.com/office/drawing/2014/main" id="{D682B9F5-3D60-60DF-628F-E9E00B1ACE3E}"/>
                </a:ext>
              </a:extLst>
            </p:cNvPr>
            <p:cNvSpPr/>
            <p:nvPr/>
          </p:nvSpPr>
          <p:spPr>
            <a:xfrm>
              <a:off x="9488610" y="298966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99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243">
              <a:extLst>
                <a:ext uri="{FF2B5EF4-FFF2-40B4-BE49-F238E27FC236}">
                  <a16:creationId xmlns:a16="http://schemas.microsoft.com/office/drawing/2014/main" id="{7734EC4C-5851-305B-BF01-668EA43EBBFE}"/>
                </a:ext>
              </a:extLst>
            </p:cNvPr>
            <p:cNvSpPr/>
            <p:nvPr/>
          </p:nvSpPr>
          <p:spPr>
            <a:xfrm>
              <a:off x="9488610" y="317193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99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244">
              <a:extLst>
                <a:ext uri="{FF2B5EF4-FFF2-40B4-BE49-F238E27FC236}">
                  <a16:creationId xmlns:a16="http://schemas.microsoft.com/office/drawing/2014/main" id="{FBDE79A9-50C8-29D2-868A-899C993D4BF9}"/>
                </a:ext>
              </a:extLst>
            </p:cNvPr>
            <p:cNvSpPr/>
            <p:nvPr/>
          </p:nvSpPr>
          <p:spPr>
            <a:xfrm>
              <a:off x="9488610" y="335429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99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9" name="object 245">
              <a:extLst>
                <a:ext uri="{FF2B5EF4-FFF2-40B4-BE49-F238E27FC236}">
                  <a16:creationId xmlns:a16="http://schemas.microsoft.com/office/drawing/2014/main" id="{0E70AC56-4725-46C4-7269-CD013E064C9F}"/>
                </a:ext>
              </a:extLst>
            </p:cNvPr>
            <p:cNvSpPr/>
            <p:nvPr/>
          </p:nvSpPr>
          <p:spPr>
            <a:xfrm>
              <a:off x="9488610" y="353651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99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0" name="object 246">
              <a:extLst>
                <a:ext uri="{FF2B5EF4-FFF2-40B4-BE49-F238E27FC236}">
                  <a16:creationId xmlns:a16="http://schemas.microsoft.com/office/drawing/2014/main" id="{5DCA095B-F7D4-BBB4-2C76-33028161EBCF}"/>
                </a:ext>
              </a:extLst>
            </p:cNvPr>
            <p:cNvSpPr/>
            <p:nvPr/>
          </p:nvSpPr>
          <p:spPr>
            <a:xfrm>
              <a:off x="9488610" y="371878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99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1" name="object 247">
              <a:extLst>
                <a:ext uri="{FF2B5EF4-FFF2-40B4-BE49-F238E27FC236}">
                  <a16:creationId xmlns:a16="http://schemas.microsoft.com/office/drawing/2014/main" id="{7371B72F-C4E7-A25F-374B-F7146C8CF372}"/>
                </a:ext>
              </a:extLst>
            </p:cNvPr>
            <p:cNvSpPr/>
            <p:nvPr/>
          </p:nvSpPr>
          <p:spPr>
            <a:xfrm>
              <a:off x="9488610" y="390104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99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8">
              <a:extLst>
                <a:ext uri="{FF2B5EF4-FFF2-40B4-BE49-F238E27FC236}">
                  <a16:creationId xmlns:a16="http://schemas.microsoft.com/office/drawing/2014/main" id="{A2043948-6B71-0C57-94E4-2446AB31CF28}"/>
                </a:ext>
              </a:extLst>
            </p:cNvPr>
            <p:cNvSpPr/>
            <p:nvPr/>
          </p:nvSpPr>
          <p:spPr>
            <a:xfrm>
              <a:off x="9488610" y="424492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99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9">
              <a:extLst>
                <a:ext uri="{FF2B5EF4-FFF2-40B4-BE49-F238E27FC236}">
                  <a16:creationId xmlns:a16="http://schemas.microsoft.com/office/drawing/2014/main" id="{744E44C9-982F-A35E-94FB-DCFCEA88E8A8}"/>
                </a:ext>
              </a:extLst>
            </p:cNvPr>
            <p:cNvSpPr/>
            <p:nvPr/>
          </p:nvSpPr>
          <p:spPr>
            <a:xfrm>
              <a:off x="9488610" y="442715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99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50">
              <a:extLst>
                <a:ext uri="{FF2B5EF4-FFF2-40B4-BE49-F238E27FC236}">
                  <a16:creationId xmlns:a16="http://schemas.microsoft.com/office/drawing/2014/main" id="{BC33557D-7883-661E-89A6-58A78EFF9064}"/>
                </a:ext>
              </a:extLst>
            </p:cNvPr>
            <p:cNvSpPr/>
            <p:nvPr/>
          </p:nvSpPr>
          <p:spPr>
            <a:xfrm>
              <a:off x="9488610" y="477111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99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5" name="object 251">
              <a:extLst>
                <a:ext uri="{FF2B5EF4-FFF2-40B4-BE49-F238E27FC236}">
                  <a16:creationId xmlns:a16="http://schemas.microsoft.com/office/drawing/2014/main" id="{B9CAA22B-094A-BC28-17FB-D21A48EAF5C8}"/>
                </a:ext>
              </a:extLst>
            </p:cNvPr>
            <p:cNvSpPr/>
            <p:nvPr/>
          </p:nvSpPr>
          <p:spPr>
            <a:xfrm>
              <a:off x="9488610" y="495338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99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6" name="object 252">
              <a:extLst>
                <a:ext uri="{FF2B5EF4-FFF2-40B4-BE49-F238E27FC236}">
                  <a16:creationId xmlns:a16="http://schemas.microsoft.com/office/drawing/2014/main" id="{6464E6D9-D8F6-84FD-E4DD-D6CC5E89DCF5}"/>
                </a:ext>
              </a:extLst>
            </p:cNvPr>
            <p:cNvSpPr/>
            <p:nvPr/>
          </p:nvSpPr>
          <p:spPr>
            <a:xfrm>
              <a:off x="9488610" y="522842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99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" name="object 253">
              <a:extLst>
                <a:ext uri="{FF2B5EF4-FFF2-40B4-BE49-F238E27FC236}">
                  <a16:creationId xmlns:a16="http://schemas.microsoft.com/office/drawing/2014/main" id="{479A23CA-7C1F-AF42-9738-031CC00B0EFB}"/>
                </a:ext>
              </a:extLst>
            </p:cNvPr>
            <p:cNvSpPr/>
            <p:nvPr/>
          </p:nvSpPr>
          <p:spPr>
            <a:xfrm>
              <a:off x="9488610" y="550357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99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254">
              <a:extLst>
                <a:ext uri="{FF2B5EF4-FFF2-40B4-BE49-F238E27FC236}">
                  <a16:creationId xmlns:a16="http://schemas.microsoft.com/office/drawing/2014/main" id="{4C75B213-662A-E2CA-5F79-0E45585559D0}"/>
                </a:ext>
              </a:extLst>
            </p:cNvPr>
            <p:cNvSpPr/>
            <p:nvPr/>
          </p:nvSpPr>
          <p:spPr>
            <a:xfrm>
              <a:off x="9488610" y="568580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99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255">
              <a:extLst>
                <a:ext uri="{FF2B5EF4-FFF2-40B4-BE49-F238E27FC236}">
                  <a16:creationId xmlns:a16="http://schemas.microsoft.com/office/drawing/2014/main" id="{AD8B97F8-A46C-5B5A-EE13-1497B54085AA}"/>
                </a:ext>
              </a:extLst>
            </p:cNvPr>
            <p:cNvSpPr/>
            <p:nvPr/>
          </p:nvSpPr>
          <p:spPr>
            <a:xfrm>
              <a:off x="9488610" y="586804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99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0" name="object 256">
              <a:extLst>
                <a:ext uri="{FF2B5EF4-FFF2-40B4-BE49-F238E27FC236}">
                  <a16:creationId xmlns:a16="http://schemas.microsoft.com/office/drawing/2014/main" id="{5A4AF32A-9892-07E2-89E1-5AF32467A2AE}"/>
                </a:ext>
              </a:extLst>
            </p:cNvPr>
            <p:cNvSpPr/>
            <p:nvPr/>
          </p:nvSpPr>
          <p:spPr>
            <a:xfrm>
              <a:off x="9488610" y="605040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399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1" name="object 257">
              <a:extLst>
                <a:ext uri="{FF2B5EF4-FFF2-40B4-BE49-F238E27FC236}">
                  <a16:creationId xmlns:a16="http://schemas.microsoft.com/office/drawing/2014/main" id="{18093D3A-59B6-9C3F-E287-4A921D3AA1F8}"/>
                </a:ext>
              </a:extLst>
            </p:cNvPr>
            <p:cNvSpPr/>
            <p:nvPr/>
          </p:nvSpPr>
          <p:spPr>
            <a:xfrm>
              <a:off x="9476947" y="1344199"/>
              <a:ext cx="9525" cy="4530090"/>
            </a:xfrm>
            <a:custGeom>
              <a:avLst/>
              <a:gdLst/>
              <a:ahLst/>
              <a:cxnLst/>
              <a:rect l="l" t="t" r="r" b="b"/>
              <a:pathLst>
                <a:path w="9525" h="4530090">
                  <a:moveTo>
                    <a:pt x="0" y="4529579"/>
                  </a:moveTo>
                  <a:lnTo>
                    <a:pt x="9308" y="4529579"/>
                  </a:lnTo>
                  <a:lnTo>
                    <a:pt x="9308" y="0"/>
                  </a:lnTo>
                  <a:lnTo>
                    <a:pt x="0" y="0"/>
                  </a:lnTo>
                  <a:lnTo>
                    <a:pt x="0" y="4529579"/>
                  </a:lnTo>
                  <a:close/>
                </a:path>
              </a:pathLst>
            </a:custGeom>
            <a:solidFill>
              <a:srgbClr val="000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2" name="object 258">
              <a:extLst>
                <a:ext uri="{FF2B5EF4-FFF2-40B4-BE49-F238E27FC236}">
                  <a16:creationId xmlns:a16="http://schemas.microsoft.com/office/drawing/2014/main" id="{AC03AC77-4DEE-8CA0-54FC-6940A06AC0E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59548" y="2241799"/>
              <a:ext cx="79107" cy="58419"/>
            </a:xfrm>
            <a:prstGeom prst="rect">
              <a:avLst/>
            </a:prstGeom>
          </p:spPr>
        </p:pic>
        <p:pic>
          <p:nvPicPr>
            <p:cNvPr id="253" name="object 259">
              <a:extLst>
                <a:ext uri="{FF2B5EF4-FFF2-40B4-BE49-F238E27FC236}">
                  <a16:creationId xmlns:a16="http://schemas.microsoft.com/office/drawing/2014/main" id="{9A1E4752-81B8-8624-9EB4-F383CD9692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41834" y="2241799"/>
              <a:ext cx="79107" cy="58419"/>
            </a:xfrm>
            <a:prstGeom prst="rect">
              <a:avLst/>
            </a:prstGeom>
          </p:spPr>
        </p:pic>
        <p:pic>
          <p:nvPicPr>
            <p:cNvPr id="254" name="object 260">
              <a:extLst>
                <a:ext uri="{FF2B5EF4-FFF2-40B4-BE49-F238E27FC236}">
                  <a16:creationId xmlns:a16="http://schemas.microsoft.com/office/drawing/2014/main" id="{848F3217-BBD3-E1D9-3CC1-98EC48CF73C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039776" y="2241799"/>
              <a:ext cx="79107" cy="58419"/>
            </a:xfrm>
            <a:prstGeom prst="rect">
              <a:avLst/>
            </a:prstGeom>
          </p:spPr>
        </p:pic>
        <p:pic>
          <p:nvPicPr>
            <p:cNvPr id="255" name="object 261">
              <a:extLst>
                <a:ext uri="{FF2B5EF4-FFF2-40B4-BE49-F238E27FC236}">
                  <a16:creationId xmlns:a16="http://schemas.microsoft.com/office/drawing/2014/main" id="{E982531C-309D-01EB-C6EA-43625EE891B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19385" y="2241799"/>
              <a:ext cx="79107" cy="58419"/>
            </a:xfrm>
            <a:prstGeom prst="rect">
              <a:avLst/>
            </a:prstGeom>
          </p:spPr>
        </p:pic>
        <p:pic>
          <p:nvPicPr>
            <p:cNvPr id="256" name="object 262">
              <a:extLst>
                <a:ext uri="{FF2B5EF4-FFF2-40B4-BE49-F238E27FC236}">
                  <a16:creationId xmlns:a16="http://schemas.microsoft.com/office/drawing/2014/main" id="{7F7B3DF7-AED6-1751-C4FF-C2FB827EDAC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29291" y="2241799"/>
              <a:ext cx="79107" cy="58419"/>
            </a:xfrm>
            <a:prstGeom prst="rect">
              <a:avLst/>
            </a:prstGeom>
          </p:spPr>
        </p:pic>
        <p:pic>
          <p:nvPicPr>
            <p:cNvPr id="257" name="object 263">
              <a:extLst>
                <a:ext uri="{FF2B5EF4-FFF2-40B4-BE49-F238E27FC236}">
                  <a16:creationId xmlns:a16="http://schemas.microsoft.com/office/drawing/2014/main" id="{68AA89A1-6F77-B456-5DA0-41CF4B20837A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95036" y="2241799"/>
              <a:ext cx="79262" cy="58419"/>
            </a:xfrm>
            <a:prstGeom prst="rect">
              <a:avLst/>
            </a:prstGeom>
          </p:spPr>
        </p:pic>
        <p:pic>
          <p:nvPicPr>
            <p:cNvPr id="258" name="object 264">
              <a:extLst>
                <a:ext uri="{FF2B5EF4-FFF2-40B4-BE49-F238E27FC236}">
                  <a16:creationId xmlns:a16="http://schemas.microsoft.com/office/drawing/2014/main" id="{A4C2FEB0-A624-FBC9-26B9-6900BA3F511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90982" y="2241799"/>
              <a:ext cx="79262" cy="58419"/>
            </a:xfrm>
            <a:prstGeom prst="rect">
              <a:avLst/>
            </a:prstGeom>
          </p:spPr>
        </p:pic>
        <p:pic>
          <p:nvPicPr>
            <p:cNvPr id="259" name="object 265">
              <a:extLst>
                <a:ext uri="{FF2B5EF4-FFF2-40B4-BE49-F238E27FC236}">
                  <a16:creationId xmlns:a16="http://schemas.microsoft.com/office/drawing/2014/main" id="{C42B36E2-02A8-67BD-8BA7-B50E06E5157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66221" y="2241799"/>
              <a:ext cx="79107" cy="58419"/>
            </a:xfrm>
            <a:prstGeom prst="rect">
              <a:avLst/>
            </a:prstGeom>
          </p:spPr>
        </p:pic>
        <p:pic>
          <p:nvPicPr>
            <p:cNvPr id="260" name="object 266">
              <a:extLst>
                <a:ext uri="{FF2B5EF4-FFF2-40B4-BE49-F238E27FC236}">
                  <a16:creationId xmlns:a16="http://schemas.microsoft.com/office/drawing/2014/main" id="{63F5ECDF-DD77-40CC-B14D-E3DD94A7E38F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31912" y="2241799"/>
              <a:ext cx="79254" cy="58413"/>
            </a:xfrm>
            <a:prstGeom prst="rect">
              <a:avLst/>
            </a:prstGeom>
          </p:spPr>
        </p:pic>
        <p:pic>
          <p:nvPicPr>
            <p:cNvPr id="261" name="object 267">
              <a:extLst>
                <a:ext uri="{FF2B5EF4-FFF2-40B4-BE49-F238E27FC236}">
                  <a16:creationId xmlns:a16="http://schemas.microsoft.com/office/drawing/2014/main" id="{2EF03F59-7C5B-F7E2-B94F-D4521A77531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02490" y="2241799"/>
              <a:ext cx="79107" cy="58419"/>
            </a:xfrm>
            <a:prstGeom prst="rect">
              <a:avLst/>
            </a:prstGeom>
          </p:spPr>
        </p:pic>
        <p:pic>
          <p:nvPicPr>
            <p:cNvPr id="262" name="object 268">
              <a:extLst>
                <a:ext uri="{FF2B5EF4-FFF2-40B4-BE49-F238E27FC236}">
                  <a16:creationId xmlns:a16="http://schemas.microsoft.com/office/drawing/2014/main" id="{6BCFD54E-D530-9669-8B7B-6B236783187C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99348" y="1485094"/>
              <a:ext cx="1526314" cy="309279"/>
            </a:xfrm>
            <a:prstGeom prst="rect">
              <a:avLst/>
            </a:prstGeom>
          </p:spPr>
        </p:pic>
        <p:pic>
          <p:nvPicPr>
            <p:cNvPr id="263" name="object 269">
              <a:extLst>
                <a:ext uri="{FF2B5EF4-FFF2-40B4-BE49-F238E27FC236}">
                  <a16:creationId xmlns:a16="http://schemas.microsoft.com/office/drawing/2014/main" id="{F3A94C8D-B10A-8A9F-CE4F-D25F9FB0F12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58882" y="1516027"/>
              <a:ext cx="1521659" cy="250851"/>
            </a:xfrm>
            <a:prstGeom prst="rect">
              <a:avLst/>
            </a:prstGeom>
          </p:spPr>
        </p:pic>
        <p:sp>
          <p:nvSpPr>
            <p:cNvPr id="264" name="object 270">
              <a:extLst>
                <a:ext uri="{FF2B5EF4-FFF2-40B4-BE49-F238E27FC236}">
                  <a16:creationId xmlns:a16="http://schemas.microsoft.com/office/drawing/2014/main" id="{EC445AFF-B08E-0A38-A1A6-BC90942FC263}"/>
                </a:ext>
              </a:extLst>
            </p:cNvPr>
            <p:cNvSpPr/>
            <p:nvPr/>
          </p:nvSpPr>
          <p:spPr>
            <a:xfrm>
              <a:off x="1152750" y="1332189"/>
              <a:ext cx="8342630" cy="4728845"/>
            </a:xfrm>
            <a:custGeom>
              <a:avLst/>
              <a:gdLst/>
              <a:ahLst/>
              <a:cxnLst/>
              <a:rect l="l" t="t" r="r" b="b"/>
              <a:pathLst>
                <a:path w="8342630" h="4728845">
                  <a:moveTo>
                    <a:pt x="0" y="0"/>
                  </a:moveTo>
                  <a:lnTo>
                    <a:pt x="8342081" y="0"/>
                  </a:lnTo>
                  <a:lnTo>
                    <a:pt x="8342081" y="4728515"/>
                  </a:lnTo>
                  <a:lnTo>
                    <a:pt x="0" y="4728515"/>
                  </a:lnTo>
                  <a:lnTo>
                    <a:pt x="0" y="0"/>
                  </a:lnTo>
                  <a:close/>
                </a:path>
              </a:pathLst>
            </a:custGeom>
            <a:ln w="17151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5" name="object 271">
              <a:extLst>
                <a:ext uri="{FF2B5EF4-FFF2-40B4-BE49-F238E27FC236}">
                  <a16:creationId xmlns:a16="http://schemas.microsoft.com/office/drawing/2014/main" id="{95756344-B4FF-F420-5F35-0263AF169496}"/>
                </a:ext>
              </a:extLst>
            </p:cNvPr>
            <p:cNvSpPr/>
            <p:nvPr/>
          </p:nvSpPr>
          <p:spPr>
            <a:xfrm>
              <a:off x="1165974" y="5873781"/>
              <a:ext cx="8320405" cy="186055"/>
            </a:xfrm>
            <a:custGeom>
              <a:avLst/>
              <a:gdLst/>
              <a:ahLst/>
              <a:cxnLst/>
              <a:rect l="l" t="t" r="r" b="b"/>
              <a:pathLst>
                <a:path w="8320405" h="186054">
                  <a:moveTo>
                    <a:pt x="8320278" y="0"/>
                  </a:moveTo>
                  <a:lnTo>
                    <a:pt x="3659606" y="0"/>
                  </a:lnTo>
                  <a:lnTo>
                    <a:pt x="3654958" y="0"/>
                  </a:lnTo>
                  <a:lnTo>
                    <a:pt x="0" y="0"/>
                  </a:lnTo>
                  <a:lnTo>
                    <a:pt x="0" y="180962"/>
                  </a:lnTo>
                  <a:lnTo>
                    <a:pt x="0" y="185585"/>
                  </a:lnTo>
                  <a:lnTo>
                    <a:pt x="572681" y="185585"/>
                  </a:lnTo>
                  <a:lnTo>
                    <a:pt x="572681" y="180962"/>
                  </a:lnTo>
                  <a:lnTo>
                    <a:pt x="3654958" y="180962"/>
                  </a:lnTo>
                  <a:lnTo>
                    <a:pt x="3654958" y="185585"/>
                  </a:lnTo>
                  <a:lnTo>
                    <a:pt x="4432503" y="185585"/>
                  </a:lnTo>
                  <a:lnTo>
                    <a:pt x="4432503" y="180949"/>
                  </a:lnTo>
                  <a:lnTo>
                    <a:pt x="8320278" y="180949"/>
                  </a:lnTo>
                  <a:lnTo>
                    <a:pt x="8320278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6" name="object 272">
              <a:extLst>
                <a:ext uri="{FF2B5EF4-FFF2-40B4-BE49-F238E27FC236}">
                  <a16:creationId xmlns:a16="http://schemas.microsoft.com/office/drawing/2014/main" id="{4FEE6C45-BE2F-9CFD-FE27-38894B833DC3}"/>
                </a:ext>
              </a:extLst>
            </p:cNvPr>
            <p:cNvSpPr/>
            <p:nvPr/>
          </p:nvSpPr>
          <p:spPr>
            <a:xfrm>
              <a:off x="7477224" y="5876078"/>
              <a:ext cx="19050" cy="0"/>
            </a:xfrm>
            <a:custGeom>
              <a:avLst/>
              <a:gdLst/>
              <a:ahLst/>
              <a:cxnLst/>
              <a:rect l="l" t="t" r="r" b="b"/>
              <a:pathLst>
                <a:path w="19050">
                  <a:moveTo>
                    <a:pt x="0" y="0"/>
                  </a:moveTo>
                  <a:lnTo>
                    <a:pt x="18617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7" name="object 273">
              <a:extLst>
                <a:ext uri="{FF2B5EF4-FFF2-40B4-BE49-F238E27FC236}">
                  <a16:creationId xmlns:a16="http://schemas.microsoft.com/office/drawing/2014/main" id="{F4E8C817-4026-BAB1-C447-2A74A90D6336}"/>
                </a:ext>
              </a:extLst>
            </p:cNvPr>
            <p:cNvSpPr/>
            <p:nvPr/>
          </p:nvSpPr>
          <p:spPr>
            <a:xfrm>
              <a:off x="7474924" y="5873789"/>
              <a:ext cx="23495" cy="5080"/>
            </a:xfrm>
            <a:custGeom>
              <a:avLst/>
              <a:gdLst/>
              <a:ahLst/>
              <a:cxnLst/>
              <a:rect l="l" t="t" r="r" b="b"/>
              <a:pathLst>
                <a:path w="23495" h="5079">
                  <a:moveTo>
                    <a:pt x="23266" y="0"/>
                  </a:moveTo>
                  <a:lnTo>
                    <a:pt x="0" y="0"/>
                  </a:lnTo>
                  <a:lnTo>
                    <a:pt x="0" y="4638"/>
                  </a:lnTo>
                  <a:lnTo>
                    <a:pt x="23266" y="4638"/>
                  </a:lnTo>
                  <a:lnTo>
                    <a:pt x="23266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8" name="object 274">
              <a:extLst>
                <a:ext uri="{FF2B5EF4-FFF2-40B4-BE49-F238E27FC236}">
                  <a16:creationId xmlns:a16="http://schemas.microsoft.com/office/drawing/2014/main" id="{C6321732-5604-C9E1-A19A-EAA62FBEF4B3}"/>
                </a:ext>
              </a:extLst>
            </p:cNvPr>
            <p:cNvSpPr/>
            <p:nvPr/>
          </p:nvSpPr>
          <p:spPr>
            <a:xfrm>
              <a:off x="7477224" y="5880710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>
                  <a:moveTo>
                    <a:pt x="0" y="0"/>
                  </a:moveTo>
                  <a:lnTo>
                    <a:pt x="13957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9" name="object 275">
              <a:extLst>
                <a:ext uri="{FF2B5EF4-FFF2-40B4-BE49-F238E27FC236}">
                  <a16:creationId xmlns:a16="http://schemas.microsoft.com/office/drawing/2014/main" id="{56925068-56E3-EE6A-A0CE-00A6BB9BC78B}"/>
                </a:ext>
              </a:extLst>
            </p:cNvPr>
            <p:cNvSpPr/>
            <p:nvPr/>
          </p:nvSpPr>
          <p:spPr>
            <a:xfrm>
              <a:off x="7474924" y="5878428"/>
              <a:ext cx="19050" cy="5080"/>
            </a:xfrm>
            <a:custGeom>
              <a:avLst/>
              <a:gdLst/>
              <a:ahLst/>
              <a:cxnLst/>
              <a:rect l="l" t="t" r="r" b="b"/>
              <a:pathLst>
                <a:path w="19050" h="5079">
                  <a:moveTo>
                    <a:pt x="18617" y="0"/>
                  </a:moveTo>
                  <a:lnTo>
                    <a:pt x="0" y="0"/>
                  </a:lnTo>
                  <a:lnTo>
                    <a:pt x="0" y="4628"/>
                  </a:lnTo>
                  <a:lnTo>
                    <a:pt x="18617" y="4628"/>
                  </a:lnTo>
                  <a:lnTo>
                    <a:pt x="18617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0" name="object 276">
              <a:extLst>
                <a:ext uri="{FF2B5EF4-FFF2-40B4-BE49-F238E27FC236}">
                  <a16:creationId xmlns:a16="http://schemas.microsoft.com/office/drawing/2014/main" id="{DED387AB-E12A-1CC8-A573-B95D79B8D84E}"/>
                </a:ext>
              </a:extLst>
            </p:cNvPr>
            <p:cNvSpPr/>
            <p:nvPr/>
          </p:nvSpPr>
          <p:spPr>
            <a:xfrm>
              <a:off x="7477224" y="5885353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308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1" name="object 277">
              <a:extLst>
                <a:ext uri="{FF2B5EF4-FFF2-40B4-BE49-F238E27FC236}">
                  <a16:creationId xmlns:a16="http://schemas.microsoft.com/office/drawing/2014/main" id="{EDF25A93-03C2-C0C1-AC81-0854169E1BBB}"/>
                </a:ext>
              </a:extLst>
            </p:cNvPr>
            <p:cNvSpPr/>
            <p:nvPr/>
          </p:nvSpPr>
          <p:spPr>
            <a:xfrm>
              <a:off x="7474924" y="5883056"/>
              <a:ext cx="13970" cy="5080"/>
            </a:xfrm>
            <a:custGeom>
              <a:avLst/>
              <a:gdLst/>
              <a:ahLst/>
              <a:cxnLst/>
              <a:rect l="l" t="t" r="r" b="b"/>
              <a:pathLst>
                <a:path w="13970" h="5079">
                  <a:moveTo>
                    <a:pt x="13968" y="0"/>
                  </a:moveTo>
                  <a:lnTo>
                    <a:pt x="0" y="0"/>
                  </a:lnTo>
                  <a:lnTo>
                    <a:pt x="0" y="4638"/>
                  </a:lnTo>
                  <a:lnTo>
                    <a:pt x="13968" y="4638"/>
                  </a:lnTo>
                  <a:lnTo>
                    <a:pt x="13968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2" name="object 278">
              <a:extLst>
                <a:ext uri="{FF2B5EF4-FFF2-40B4-BE49-F238E27FC236}">
                  <a16:creationId xmlns:a16="http://schemas.microsoft.com/office/drawing/2014/main" id="{9A64C329-55FE-E167-193D-B54E73972348}"/>
                </a:ext>
              </a:extLst>
            </p:cNvPr>
            <p:cNvSpPr/>
            <p:nvPr/>
          </p:nvSpPr>
          <p:spPr>
            <a:xfrm>
              <a:off x="7477224" y="5889985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649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3" name="object 279">
              <a:extLst>
                <a:ext uri="{FF2B5EF4-FFF2-40B4-BE49-F238E27FC236}">
                  <a16:creationId xmlns:a16="http://schemas.microsoft.com/office/drawing/2014/main" id="{6635A045-49D3-5DE5-4414-F909B701A68B}"/>
                </a:ext>
              </a:extLst>
            </p:cNvPr>
            <p:cNvSpPr/>
            <p:nvPr/>
          </p:nvSpPr>
          <p:spPr>
            <a:xfrm>
              <a:off x="7474915" y="588770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4660" y="4648"/>
                  </a:moveTo>
                  <a:lnTo>
                    <a:pt x="0" y="4648"/>
                  </a:lnTo>
                  <a:lnTo>
                    <a:pt x="0" y="9283"/>
                  </a:lnTo>
                  <a:lnTo>
                    <a:pt x="4660" y="9283"/>
                  </a:lnTo>
                  <a:lnTo>
                    <a:pt x="4660" y="4648"/>
                  </a:lnTo>
                  <a:close/>
                </a:path>
                <a:path w="9525" h="9525">
                  <a:moveTo>
                    <a:pt x="9309" y="0"/>
                  </a:moveTo>
                  <a:lnTo>
                    <a:pt x="0" y="0"/>
                  </a:lnTo>
                  <a:lnTo>
                    <a:pt x="0" y="4622"/>
                  </a:lnTo>
                  <a:lnTo>
                    <a:pt x="9309" y="4622"/>
                  </a:lnTo>
                  <a:lnTo>
                    <a:pt x="9309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280">
              <a:extLst>
                <a:ext uri="{FF2B5EF4-FFF2-40B4-BE49-F238E27FC236}">
                  <a16:creationId xmlns:a16="http://schemas.microsoft.com/office/drawing/2014/main" id="{4D21C43C-A2A9-5271-73B4-7EBF4BB178E7}"/>
                </a:ext>
              </a:extLst>
            </p:cNvPr>
            <p:cNvSpPr/>
            <p:nvPr/>
          </p:nvSpPr>
          <p:spPr>
            <a:xfrm>
              <a:off x="8152279" y="5876078"/>
              <a:ext cx="19050" cy="0"/>
            </a:xfrm>
            <a:custGeom>
              <a:avLst/>
              <a:gdLst/>
              <a:ahLst/>
              <a:cxnLst/>
              <a:rect l="l" t="t" r="r" b="b"/>
              <a:pathLst>
                <a:path w="19050">
                  <a:moveTo>
                    <a:pt x="0" y="0"/>
                  </a:moveTo>
                  <a:lnTo>
                    <a:pt x="18617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5" name="object 281">
              <a:extLst>
                <a:ext uri="{FF2B5EF4-FFF2-40B4-BE49-F238E27FC236}">
                  <a16:creationId xmlns:a16="http://schemas.microsoft.com/office/drawing/2014/main" id="{BBDF7625-226C-A8B0-A43B-81E6CDCCEE10}"/>
                </a:ext>
              </a:extLst>
            </p:cNvPr>
            <p:cNvSpPr/>
            <p:nvPr/>
          </p:nvSpPr>
          <p:spPr>
            <a:xfrm>
              <a:off x="8149981" y="5873789"/>
              <a:ext cx="23495" cy="5080"/>
            </a:xfrm>
            <a:custGeom>
              <a:avLst/>
              <a:gdLst/>
              <a:ahLst/>
              <a:cxnLst/>
              <a:rect l="l" t="t" r="r" b="b"/>
              <a:pathLst>
                <a:path w="23495" h="5079">
                  <a:moveTo>
                    <a:pt x="23266" y="0"/>
                  </a:moveTo>
                  <a:lnTo>
                    <a:pt x="0" y="0"/>
                  </a:lnTo>
                  <a:lnTo>
                    <a:pt x="0" y="4638"/>
                  </a:lnTo>
                  <a:lnTo>
                    <a:pt x="23266" y="4638"/>
                  </a:lnTo>
                  <a:lnTo>
                    <a:pt x="23266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6" name="object 282">
              <a:extLst>
                <a:ext uri="{FF2B5EF4-FFF2-40B4-BE49-F238E27FC236}">
                  <a16:creationId xmlns:a16="http://schemas.microsoft.com/office/drawing/2014/main" id="{A9387B18-9DE0-E105-E8D1-57535CC25D6E}"/>
                </a:ext>
              </a:extLst>
            </p:cNvPr>
            <p:cNvSpPr/>
            <p:nvPr/>
          </p:nvSpPr>
          <p:spPr>
            <a:xfrm>
              <a:off x="8152279" y="5880710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>
                  <a:moveTo>
                    <a:pt x="0" y="0"/>
                  </a:moveTo>
                  <a:lnTo>
                    <a:pt x="13957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7" name="object 283">
              <a:extLst>
                <a:ext uri="{FF2B5EF4-FFF2-40B4-BE49-F238E27FC236}">
                  <a16:creationId xmlns:a16="http://schemas.microsoft.com/office/drawing/2014/main" id="{18BD9A72-B6D7-A59D-E415-100CC3988DDB}"/>
                </a:ext>
              </a:extLst>
            </p:cNvPr>
            <p:cNvSpPr/>
            <p:nvPr/>
          </p:nvSpPr>
          <p:spPr>
            <a:xfrm>
              <a:off x="8149981" y="5878428"/>
              <a:ext cx="19050" cy="5080"/>
            </a:xfrm>
            <a:custGeom>
              <a:avLst/>
              <a:gdLst/>
              <a:ahLst/>
              <a:cxnLst/>
              <a:rect l="l" t="t" r="r" b="b"/>
              <a:pathLst>
                <a:path w="19050" h="5079">
                  <a:moveTo>
                    <a:pt x="18617" y="0"/>
                  </a:moveTo>
                  <a:lnTo>
                    <a:pt x="0" y="0"/>
                  </a:lnTo>
                  <a:lnTo>
                    <a:pt x="0" y="4628"/>
                  </a:lnTo>
                  <a:lnTo>
                    <a:pt x="18617" y="4628"/>
                  </a:lnTo>
                  <a:lnTo>
                    <a:pt x="18617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8" name="object 284">
              <a:extLst>
                <a:ext uri="{FF2B5EF4-FFF2-40B4-BE49-F238E27FC236}">
                  <a16:creationId xmlns:a16="http://schemas.microsoft.com/office/drawing/2014/main" id="{224A0C28-2849-D94F-BA09-52F0C8D3CB0F}"/>
                </a:ext>
              </a:extLst>
            </p:cNvPr>
            <p:cNvSpPr/>
            <p:nvPr/>
          </p:nvSpPr>
          <p:spPr>
            <a:xfrm>
              <a:off x="8152279" y="5885353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308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85">
              <a:extLst>
                <a:ext uri="{FF2B5EF4-FFF2-40B4-BE49-F238E27FC236}">
                  <a16:creationId xmlns:a16="http://schemas.microsoft.com/office/drawing/2014/main" id="{EC7789BC-987B-0011-519A-810D0E8DD0EA}"/>
                </a:ext>
              </a:extLst>
            </p:cNvPr>
            <p:cNvSpPr/>
            <p:nvPr/>
          </p:nvSpPr>
          <p:spPr>
            <a:xfrm>
              <a:off x="8149981" y="5883056"/>
              <a:ext cx="13970" cy="5080"/>
            </a:xfrm>
            <a:custGeom>
              <a:avLst/>
              <a:gdLst/>
              <a:ahLst/>
              <a:cxnLst/>
              <a:rect l="l" t="t" r="r" b="b"/>
              <a:pathLst>
                <a:path w="13970" h="5079">
                  <a:moveTo>
                    <a:pt x="13957" y="0"/>
                  </a:moveTo>
                  <a:lnTo>
                    <a:pt x="0" y="0"/>
                  </a:lnTo>
                  <a:lnTo>
                    <a:pt x="0" y="4638"/>
                  </a:lnTo>
                  <a:lnTo>
                    <a:pt x="13957" y="4638"/>
                  </a:lnTo>
                  <a:lnTo>
                    <a:pt x="13957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0" name="object 286">
              <a:extLst>
                <a:ext uri="{FF2B5EF4-FFF2-40B4-BE49-F238E27FC236}">
                  <a16:creationId xmlns:a16="http://schemas.microsoft.com/office/drawing/2014/main" id="{CC32BAB8-5438-AC89-3DBA-C16F1280526A}"/>
                </a:ext>
              </a:extLst>
            </p:cNvPr>
            <p:cNvSpPr/>
            <p:nvPr/>
          </p:nvSpPr>
          <p:spPr>
            <a:xfrm>
              <a:off x="8152279" y="5889985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649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1" name="object 287">
              <a:extLst>
                <a:ext uri="{FF2B5EF4-FFF2-40B4-BE49-F238E27FC236}">
                  <a16:creationId xmlns:a16="http://schemas.microsoft.com/office/drawing/2014/main" id="{E857D396-C08D-1185-BE89-8B63064753B8}"/>
                </a:ext>
              </a:extLst>
            </p:cNvPr>
            <p:cNvSpPr/>
            <p:nvPr/>
          </p:nvSpPr>
          <p:spPr>
            <a:xfrm>
              <a:off x="8149971" y="588770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4660" y="4648"/>
                  </a:moveTo>
                  <a:lnTo>
                    <a:pt x="0" y="4648"/>
                  </a:lnTo>
                  <a:lnTo>
                    <a:pt x="0" y="9283"/>
                  </a:lnTo>
                  <a:lnTo>
                    <a:pt x="4660" y="9283"/>
                  </a:lnTo>
                  <a:lnTo>
                    <a:pt x="4660" y="4648"/>
                  </a:lnTo>
                  <a:close/>
                </a:path>
                <a:path w="9525" h="9525">
                  <a:moveTo>
                    <a:pt x="9309" y="0"/>
                  </a:moveTo>
                  <a:lnTo>
                    <a:pt x="0" y="0"/>
                  </a:lnTo>
                  <a:lnTo>
                    <a:pt x="0" y="4622"/>
                  </a:lnTo>
                  <a:lnTo>
                    <a:pt x="9309" y="4622"/>
                  </a:lnTo>
                  <a:lnTo>
                    <a:pt x="9309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2" name="object 288">
              <a:extLst>
                <a:ext uri="{FF2B5EF4-FFF2-40B4-BE49-F238E27FC236}">
                  <a16:creationId xmlns:a16="http://schemas.microsoft.com/office/drawing/2014/main" id="{58DF6E76-4B64-5C96-E5D2-8FD8842E1F00}"/>
                </a:ext>
              </a:extLst>
            </p:cNvPr>
            <p:cNvSpPr/>
            <p:nvPr/>
          </p:nvSpPr>
          <p:spPr>
            <a:xfrm>
              <a:off x="8818209" y="5876078"/>
              <a:ext cx="19050" cy="0"/>
            </a:xfrm>
            <a:custGeom>
              <a:avLst/>
              <a:gdLst/>
              <a:ahLst/>
              <a:cxnLst/>
              <a:rect l="l" t="t" r="r" b="b"/>
              <a:pathLst>
                <a:path w="19050">
                  <a:moveTo>
                    <a:pt x="0" y="0"/>
                  </a:moveTo>
                  <a:lnTo>
                    <a:pt x="18617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3" name="object 289">
              <a:extLst>
                <a:ext uri="{FF2B5EF4-FFF2-40B4-BE49-F238E27FC236}">
                  <a16:creationId xmlns:a16="http://schemas.microsoft.com/office/drawing/2014/main" id="{270800D3-C5E8-F0C2-C062-8094A6A1C1E8}"/>
                </a:ext>
              </a:extLst>
            </p:cNvPr>
            <p:cNvSpPr/>
            <p:nvPr/>
          </p:nvSpPr>
          <p:spPr>
            <a:xfrm>
              <a:off x="8815846" y="5873789"/>
              <a:ext cx="23495" cy="5080"/>
            </a:xfrm>
            <a:custGeom>
              <a:avLst/>
              <a:gdLst/>
              <a:ahLst/>
              <a:cxnLst/>
              <a:rect l="l" t="t" r="r" b="b"/>
              <a:pathLst>
                <a:path w="23495" h="5079">
                  <a:moveTo>
                    <a:pt x="23266" y="0"/>
                  </a:moveTo>
                  <a:lnTo>
                    <a:pt x="0" y="0"/>
                  </a:lnTo>
                  <a:lnTo>
                    <a:pt x="0" y="4638"/>
                  </a:lnTo>
                  <a:lnTo>
                    <a:pt x="23266" y="4638"/>
                  </a:lnTo>
                  <a:lnTo>
                    <a:pt x="23266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4" name="object 290">
              <a:extLst>
                <a:ext uri="{FF2B5EF4-FFF2-40B4-BE49-F238E27FC236}">
                  <a16:creationId xmlns:a16="http://schemas.microsoft.com/office/drawing/2014/main" id="{7B2A6707-8892-5501-3F3A-4F163961E9D7}"/>
                </a:ext>
              </a:extLst>
            </p:cNvPr>
            <p:cNvSpPr/>
            <p:nvPr/>
          </p:nvSpPr>
          <p:spPr>
            <a:xfrm>
              <a:off x="8818209" y="5880710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>
                  <a:moveTo>
                    <a:pt x="0" y="0"/>
                  </a:moveTo>
                  <a:lnTo>
                    <a:pt x="13957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5" name="object 291">
              <a:extLst>
                <a:ext uri="{FF2B5EF4-FFF2-40B4-BE49-F238E27FC236}">
                  <a16:creationId xmlns:a16="http://schemas.microsoft.com/office/drawing/2014/main" id="{AD4A469B-6769-392B-6651-2FBCC324EE26}"/>
                </a:ext>
              </a:extLst>
            </p:cNvPr>
            <p:cNvSpPr/>
            <p:nvPr/>
          </p:nvSpPr>
          <p:spPr>
            <a:xfrm>
              <a:off x="8815846" y="5878428"/>
              <a:ext cx="19050" cy="5080"/>
            </a:xfrm>
            <a:custGeom>
              <a:avLst/>
              <a:gdLst/>
              <a:ahLst/>
              <a:cxnLst/>
              <a:rect l="l" t="t" r="r" b="b"/>
              <a:pathLst>
                <a:path w="19050" h="5079">
                  <a:moveTo>
                    <a:pt x="18617" y="0"/>
                  </a:moveTo>
                  <a:lnTo>
                    <a:pt x="0" y="0"/>
                  </a:lnTo>
                  <a:lnTo>
                    <a:pt x="0" y="4628"/>
                  </a:lnTo>
                  <a:lnTo>
                    <a:pt x="18617" y="4628"/>
                  </a:lnTo>
                  <a:lnTo>
                    <a:pt x="18617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6" name="object 292">
              <a:extLst>
                <a:ext uri="{FF2B5EF4-FFF2-40B4-BE49-F238E27FC236}">
                  <a16:creationId xmlns:a16="http://schemas.microsoft.com/office/drawing/2014/main" id="{DB076254-FCAD-5BBB-BF77-A13EAFD2CFA6}"/>
                </a:ext>
              </a:extLst>
            </p:cNvPr>
            <p:cNvSpPr/>
            <p:nvPr/>
          </p:nvSpPr>
          <p:spPr>
            <a:xfrm>
              <a:off x="8818209" y="5885353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308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7" name="object 293">
              <a:extLst>
                <a:ext uri="{FF2B5EF4-FFF2-40B4-BE49-F238E27FC236}">
                  <a16:creationId xmlns:a16="http://schemas.microsoft.com/office/drawing/2014/main" id="{73BF4B58-7ED9-9DCC-D28D-1559B7550F4C}"/>
                </a:ext>
              </a:extLst>
            </p:cNvPr>
            <p:cNvSpPr/>
            <p:nvPr/>
          </p:nvSpPr>
          <p:spPr>
            <a:xfrm>
              <a:off x="8815846" y="5883056"/>
              <a:ext cx="13970" cy="5080"/>
            </a:xfrm>
            <a:custGeom>
              <a:avLst/>
              <a:gdLst/>
              <a:ahLst/>
              <a:cxnLst/>
              <a:rect l="l" t="t" r="r" b="b"/>
              <a:pathLst>
                <a:path w="13970" h="5079">
                  <a:moveTo>
                    <a:pt x="13968" y="0"/>
                  </a:moveTo>
                  <a:lnTo>
                    <a:pt x="0" y="0"/>
                  </a:lnTo>
                  <a:lnTo>
                    <a:pt x="0" y="4638"/>
                  </a:lnTo>
                  <a:lnTo>
                    <a:pt x="13968" y="4638"/>
                  </a:lnTo>
                  <a:lnTo>
                    <a:pt x="13968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294">
              <a:extLst>
                <a:ext uri="{FF2B5EF4-FFF2-40B4-BE49-F238E27FC236}">
                  <a16:creationId xmlns:a16="http://schemas.microsoft.com/office/drawing/2014/main" id="{F0DA4163-E722-5DB1-914F-1AB19FF17CFA}"/>
                </a:ext>
              </a:extLst>
            </p:cNvPr>
            <p:cNvSpPr/>
            <p:nvPr/>
          </p:nvSpPr>
          <p:spPr>
            <a:xfrm>
              <a:off x="8818209" y="5889985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659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9" name="object 295">
              <a:extLst>
                <a:ext uri="{FF2B5EF4-FFF2-40B4-BE49-F238E27FC236}">
                  <a16:creationId xmlns:a16="http://schemas.microsoft.com/office/drawing/2014/main" id="{2A18A8CB-BF6B-A2A2-95CB-96D649978935}"/>
                </a:ext>
              </a:extLst>
            </p:cNvPr>
            <p:cNvSpPr/>
            <p:nvPr/>
          </p:nvSpPr>
          <p:spPr>
            <a:xfrm>
              <a:off x="8815845" y="588770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4660" y="4648"/>
                  </a:moveTo>
                  <a:lnTo>
                    <a:pt x="0" y="4648"/>
                  </a:lnTo>
                  <a:lnTo>
                    <a:pt x="0" y="9283"/>
                  </a:lnTo>
                  <a:lnTo>
                    <a:pt x="4660" y="9283"/>
                  </a:lnTo>
                  <a:lnTo>
                    <a:pt x="4660" y="4648"/>
                  </a:lnTo>
                  <a:close/>
                </a:path>
                <a:path w="9525" h="9525">
                  <a:moveTo>
                    <a:pt x="9309" y="0"/>
                  </a:moveTo>
                  <a:lnTo>
                    <a:pt x="0" y="0"/>
                  </a:lnTo>
                  <a:lnTo>
                    <a:pt x="0" y="4622"/>
                  </a:lnTo>
                  <a:lnTo>
                    <a:pt x="9309" y="4622"/>
                  </a:lnTo>
                  <a:lnTo>
                    <a:pt x="9309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0" name="object 296">
              <a:extLst>
                <a:ext uri="{FF2B5EF4-FFF2-40B4-BE49-F238E27FC236}">
                  <a16:creationId xmlns:a16="http://schemas.microsoft.com/office/drawing/2014/main" id="{FF6D903B-36E9-304F-7B67-5BC039A3295E}"/>
                </a:ext>
              </a:extLst>
            </p:cNvPr>
            <p:cNvSpPr/>
            <p:nvPr/>
          </p:nvSpPr>
          <p:spPr>
            <a:xfrm>
              <a:off x="1165974" y="6054731"/>
              <a:ext cx="4437380" cy="264795"/>
            </a:xfrm>
            <a:custGeom>
              <a:avLst/>
              <a:gdLst/>
              <a:ahLst/>
              <a:cxnLst/>
              <a:rect l="l" t="t" r="r" b="b"/>
              <a:pathLst>
                <a:path w="4437380" h="264795">
                  <a:moveTo>
                    <a:pt x="4437227" y="0"/>
                  </a:moveTo>
                  <a:lnTo>
                    <a:pt x="3659619" y="0"/>
                  </a:lnTo>
                  <a:lnTo>
                    <a:pt x="3654958" y="0"/>
                  </a:lnTo>
                  <a:lnTo>
                    <a:pt x="572681" y="0"/>
                  </a:lnTo>
                  <a:lnTo>
                    <a:pt x="0" y="12"/>
                  </a:lnTo>
                  <a:lnTo>
                    <a:pt x="0" y="264490"/>
                  </a:lnTo>
                  <a:lnTo>
                    <a:pt x="572681" y="264490"/>
                  </a:lnTo>
                  <a:lnTo>
                    <a:pt x="577329" y="264490"/>
                  </a:lnTo>
                  <a:lnTo>
                    <a:pt x="3654958" y="264490"/>
                  </a:lnTo>
                  <a:lnTo>
                    <a:pt x="3659619" y="264490"/>
                  </a:lnTo>
                  <a:lnTo>
                    <a:pt x="4437227" y="264490"/>
                  </a:lnTo>
                  <a:lnTo>
                    <a:pt x="443722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1" name="object 297">
              <a:extLst>
                <a:ext uri="{FF2B5EF4-FFF2-40B4-BE49-F238E27FC236}">
                  <a16:creationId xmlns:a16="http://schemas.microsoft.com/office/drawing/2014/main" id="{7F34A231-B101-01C6-BFAB-32FC88CF9714}"/>
                </a:ext>
              </a:extLst>
            </p:cNvPr>
            <p:cNvSpPr/>
            <p:nvPr/>
          </p:nvSpPr>
          <p:spPr>
            <a:xfrm>
              <a:off x="5598489" y="6054726"/>
              <a:ext cx="1876425" cy="264795"/>
            </a:xfrm>
            <a:custGeom>
              <a:avLst/>
              <a:gdLst/>
              <a:ahLst/>
              <a:cxnLst/>
              <a:rect l="l" t="t" r="r" b="b"/>
              <a:pathLst>
                <a:path w="1876425" h="264795">
                  <a:moveTo>
                    <a:pt x="1876372" y="0"/>
                  </a:moveTo>
                  <a:lnTo>
                    <a:pt x="0" y="0"/>
                  </a:lnTo>
                  <a:lnTo>
                    <a:pt x="0" y="264494"/>
                  </a:lnTo>
                  <a:lnTo>
                    <a:pt x="1876372" y="264494"/>
                  </a:lnTo>
                  <a:lnTo>
                    <a:pt x="18763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2" name="object 298">
              <a:extLst>
                <a:ext uri="{FF2B5EF4-FFF2-40B4-BE49-F238E27FC236}">
                  <a16:creationId xmlns:a16="http://schemas.microsoft.com/office/drawing/2014/main" id="{FF7130CD-19DC-0587-13D6-71863E1E4502}"/>
                </a:ext>
              </a:extLst>
            </p:cNvPr>
            <p:cNvSpPr/>
            <p:nvPr/>
          </p:nvSpPr>
          <p:spPr>
            <a:xfrm>
              <a:off x="7470275" y="6054737"/>
              <a:ext cx="2016125" cy="264795"/>
            </a:xfrm>
            <a:custGeom>
              <a:avLst/>
              <a:gdLst/>
              <a:ahLst/>
              <a:cxnLst/>
              <a:rect l="l" t="t" r="r" b="b"/>
              <a:pathLst>
                <a:path w="2016125" h="264795">
                  <a:moveTo>
                    <a:pt x="2015990" y="0"/>
                  </a:moveTo>
                  <a:lnTo>
                    <a:pt x="0" y="0"/>
                  </a:lnTo>
                  <a:lnTo>
                    <a:pt x="0" y="264484"/>
                  </a:lnTo>
                  <a:lnTo>
                    <a:pt x="2015990" y="264484"/>
                  </a:lnTo>
                  <a:lnTo>
                    <a:pt x="201599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3" name="object 299">
              <a:extLst>
                <a:ext uri="{FF2B5EF4-FFF2-40B4-BE49-F238E27FC236}">
                  <a16:creationId xmlns:a16="http://schemas.microsoft.com/office/drawing/2014/main" id="{4C8519A0-372F-24F0-8412-EAC5B4947AE6}"/>
                </a:ext>
              </a:extLst>
            </p:cNvPr>
            <p:cNvSpPr/>
            <p:nvPr/>
          </p:nvSpPr>
          <p:spPr>
            <a:xfrm>
              <a:off x="6881278" y="6061651"/>
              <a:ext cx="19050" cy="0"/>
            </a:xfrm>
            <a:custGeom>
              <a:avLst/>
              <a:gdLst/>
              <a:ahLst/>
              <a:cxnLst/>
              <a:rect l="l" t="t" r="r" b="b"/>
              <a:pathLst>
                <a:path w="19050">
                  <a:moveTo>
                    <a:pt x="0" y="0"/>
                  </a:moveTo>
                  <a:lnTo>
                    <a:pt x="18617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4" name="object 300">
              <a:extLst>
                <a:ext uri="{FF2B5EF4-FFF2-40B4-BE49-F238E27FC236}">
                  <a16:creationId xmlns:a16="http://schemas.microsoft.com/office/drawing/2014/main" id="{DFB048F5-DF47-0269-DB47-A191617D8B5F}"/>
                </a:ext>
              </a:extLst>
            </p:cNvPr>
            <p:cNvSpPr/>
            <p:nvPr/>
          </p:nvSpPr>
          <p:spPr>
            <a:xfrm>
              <a:off x="6878984" y="6059365"/>
              <a:ext cx="23495" cy="5080"/>
            </a:xfrm>
            <a:custGeom>
              <a:avLst/>
              <a:gdLst/>
              <a:ahLst/>
              <a:cxnLst/>
              <a:rect l="l" t="t" r="r" b="b"/>
              <a:pathLst>
                <a:path w="23495" h="5079">
                  <a:moveTo>
                    <a:pt x="23266" y="0"/>
                  </a:moveTo>
                  <a:lnTo>
                    <a:pt x="0" y="0"/>
                  </a:lnTo>
                  <a:lnTo>
                    <a:pt x="0" y="4638"/>
                  </a:lnTo>
                  <a:lnTo>
                    <a:pt x="23266" y="4638"/>
                  </a:lnTo>
                  <a:lnTo>
                    <a:pt x="23266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5" name="object 301">
              <a:extLst>
                <a:ext uri="{FF2B5EF4-FFF2-40B4-BE49-F238E27FC236}">
                  <a16:creationId xmlns:a16="http://schemas.microsoft.com/office/drawing/2014/main" id="{7FCB74C3-8B65-295E-BB97-621B13EEA8A1}"/>
                </a:ext>
              </a:extLst>
            </p:cNvPr>
            <p:cNvSpPr/>
            <p:nvPr/>
          </p:nvSpPr>
          <p:spPr>
            <a:xfrm>
              <a:off x="6881278" y="6066283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>
                  <a:moveTo>
                    <a:pt x="0" y="0"/>
                  </a:moveTo>
                  <a:lnTo>
                    <a:pt x="13957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6" name="object 302">
              <a:extLst>
                <a:ext uri="{FF2B5EF4-FFF2-40B4-BE49-F238E27FC236}">
                  <a16:creationId xmlns:a16="http://schemas.microsoft.com/office/drawing/2014/main" id="{25869EDF-6316-623C-7BBA-F4928D218657}"/>
                </a:ext>
              </a:extLst>
            </p:cNvPr>
            <p:cNvSpPr/>
            <p:nvPr/>
          </p:nvSpPr>
          <p:spPr>
            <a:xfrm>
              <a:off x="6878984" y="6064003"/>
              <a:ext cx="19050" cy="5080"/>
            </a:xfrm>
            <a:custGeom>
              <a:avLst/>
              <a:gdLst/>
              <a:ahLst/>
              <a:cxnLst/>
              <a:rect l="l" t="t" r="r" b="b"/>
              <a:pathLst>
                <a:path w="19050" h="5079">
                  <a:moveTo>
                    <a:pt x="18617" y="0"/>
                  </a:moveTo>
                  <a:lnTo>
                    <a:pt x="0" y="0"/>
                  </a:lnTo>
                  <a:lnTo>
                    <a:pt x="0" y="4628"/>
                  </a:lnTo>
                  <a:lnTo>
                    <a:pt x="18617" y="4628"/>
                  </a:lnTo>
                  <a:lnTo>
                    <a:pt x="18617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7" name="object 303">
              <a:extLst>
                <a:ext uri="{FF2B5EF4-FFF2-40B4-BE49-F238E27FC236}">
                  <a16:creationId xmlns:a16="http://schemas.microsoft.com/office/drawing/2014/main" id="{907AE97A-8E1D-88ED-9F41-FEF73D9F6F51}"/>
                </a:ext>
              </a:extLst>
            </p:cNvPr>
            <p:cNvSpPr/>
            <p:nvPr/>
          </p:nvSpPr>
          <p:spPr>
            <a:xfrm>
              <a:off x="6881278" y="607092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308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8" name="object 304">
              <a:extLst>
                <a:ext uri="{FF2B5EF4-FFF2-40B4-BE49-F238E27FC236}">
                  <a16:creationId xmlns:a16="http://schemas.microsoft.com/office/drawing/2014/main" id="{144A7FF8-42C6-FCE1-4B4A-C8B583042403}"/>
                </a:ext>
              </a:extLst>
            </p:cNvPr>
            <p:cNvSpPr/>
            <p:nvPr/>
          </p:nvSpPr>
          <p:spPr>
            <a:xfrm>
              <a:off x="6878984" y="6068631"/>
              <a:ext cx="13970" cy="5080"/>
            </a:xfrm>
            <a:custGeom>
              <a:avLst/>
              <a:gdLst/>
              <a:ahLst/>
              <a:cxnLst/>
              <a:rect l="l" t="t" r="r" b="b"/>
              <a:pathLst>
                <a:path w="13970" h="5079">
                  <a:moveTo>
                    <a:pt x="13957" y="0"/>
                  </a:moveTo>
                  <a:lnTo>
                    <a:pt x="0" y="0"/>
                  </a:lnTo>
                  <a:lnTo>
                    <a:pt x="0" y="4638"/>
                  </a:lnTo>
                  <a:lnTo>
                    <a:pt x="13957" y="4638"/>
                  </a:lnTo>
                  <a:lnTo>
                    <a:pt x="13957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9" name="object 305">
              <a:extLst>
                <a:ext uri="{FF2B5EF4-FFF2-40B4-BE49-F238E27FC236}">
                  <a16:creationId xmlns:a16="http://schemas.microsoft.com/office/drawing/2014/main" id="{4D24CA3C-9AE7-D6D0-3F81-079BC0BA0FC3}"/>
                </a:ext>
              </a:extLst>
            </p:cNvPr>
            <p:cNvSpPr/>
            <p:nvPr/>
          </p:nvSpPr>
          <p:spPr>
            <a:xfrm>
              <a:off x="6881278" y="6075557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659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0" name="object 306">
              <a:extLst>
                <a:ext uri="{FF2B5EF4-FFF2-40B4-BE49-F238E27FC236}">
                  <a16:creationId xmlns:a16="http://schemas.microsoft.com/office/drawing/2014/main" id="{24243632-FC9D-CE7B-D205-EC5954C37723}"/>
                </a:ext>
              </a:extLst>
            </p:cNvPr>
            <p:cNvSpPr/>
            <p:nvPr/>
          </p:nvSpPr>
          <p:spPr>
            <a:xfrm>
              <a:off x="6878980" y="6073273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9309" y="0"/>
                  </a:moveTo>
                  <a:lnTo>
                    <a:pt x="0" y="0"/>
                  </a:lnTo>
                  <a:lnTo>
                    <a:pt x="0" y="4648"/>
                  </a:lnTo>
                  <a:lnTo>
                    <a:pt x="0" y="9283"/>
                  </a:lnTo>
                  <a:lnTo>
                    <a:pt x="4660" y="9283"/>
                  </a:lnTo>
                  <a:lnTo>
                    <a:pt x="4660" y="4648"/>
                  </a:lnTo>
                  <a:lnTo>
                    <a:pt x="9309" y="4648"/>
                  </a:lnTo>
                  <a:lnTo>
                    <a:pt x="9309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1" name="object 307">
              <a:extLst>
                <a:ext uri="{FF2B5EF4-FFF2-40B4-BE49-F238E27FC236}">
                  <a16:creationId xmlns:a16="http://schemas.microsoft.com/office/drawing/2014/main" id="{68265835-0E74-5CE1-4E31-5B8F09E895B4}"/>
                </a:ext>
              </a:extLst>
            </p:cNvPr>
            <p:cNvSpPr/>
            <p:nvPr/>
          </p:nvSpPr>
          <p:spPr>
            <a:xfrm>
              <a:off x="1165974" y="6314522"/>
              <a:ext cx="4437380" cy="264795"/>
            </a:xfrm>
            <a:custGeom>
              <a:avLst/>
              <a:gdLst/>
              <a:ahLst/>
              <a:cxnLst/>
              <a:rect l="l" t="t" r="r" b="b"/>
              <a:pathLst>
                <a:path w="4437380" h="264795">
                  <a:moveTo>
                    <a:pt x="4437227" y="0"/>
                  </a:moveTo>
                  <a:lnTo>
                    <a:pt x="3659619" y="0"/>
                  </a:lnTo>
                  <a:lnTo>
                    <a:pt x="3654958" y="0"/>
                  </a:lnTo>
                  <a:lnTo>
                    <a:pt x="572681" y="0"/>
                  </a:lnTo>
                  <a:lnTo>
                    <a:pt x="0" y="12"/>
                  </a:lnTo>
                  <a:lnTo>
                    <a:pt x="0" y="264490"/>
                  </a:lnTo>
                  <a:lnTo>
                    <a:pt x="572681" y="264490"/>
                  </a:lnTo>
                  <a:lnTo>
                    <a:pt x="577329" y="264490"/>
                  </a:lnTo>
                  <a:lnTo>
                    <a:pt x="3654958" y="264490"/>
                  </a:lnTo>
                  <a:lnTo>
                    <a:pt x="3659619" y="264490"/>
                  </a:lnTo>
                  <a:lnTo>
                    <a:pt x="4437227" y="264490"/>
                  </a:lnTo>
                  <a:lnTo>
                    <a:pt x="443722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2" name="object 308">
              <a:extLst>
                <a:ext uri="{FF2B5EF4-FFF2-40B4-BE49-F238E27FC236}">
                  <a16:creationId xmlns:a16="http://schemas.microsoft.com/office/drawing/2014/main" id="{BC138653-2870-5CA3-40FC-A6A84716105E}"/>
                </a:ext>
              </a:extLst>
            </p:cNvPr>
            <p:cNvSpPr/>
            <p:nvPr/>
          </p:nvSpPr>
          <p:spPr>
            <a:xfrm>
              <a:off x="5598489" y="6314519"/>
              <a:ext cx="1876425" cy="264795"/>
            </a:xfrm>
            <a:custGeom>
              <a:avLst/>
              <a:gdLst/>
              <a:ahLst/>
              <a:cxnLst/>
              <a:rect l="l" t="t" r="r" b="b"/>
              <a:pathLst>
                <a:path w="1876425" h="264795">
                  <a:moveTo>
                    <a:pt x="1876372" y="0"/>
                  </a:moveTo>
                  <a:lnTo>
                    <a:pt x="0" y="0"/>
                  </a:lnTo>
                  <a:lnTo>
                    <a:pt x="0" y="264484"/>
                  </a:lnTo>
                  <a:lnTo>
                    <a:pt x="1876372" y="264484"/>
                  </a:lnTo>
                  <a:lnTo>
                    <a:pt x="18763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3" name="object 309">
              <a:extLst>
                <a:ext uri="{FF2B5EF4-FFF2-40B4-BE49-F238E27FC236}">
                  <a16:creationId xmlns:a16="http://schemas.microsoft.com/office/drawing/2014/main" id="{77C8BE77-4D66-D271-5460-6471910D64D6}"/>
                </a:ext>
              </a:extLst>
            </p:cNvPr>
            <p:cNvSpPr/>
            <p:nvPr/>
          </p:nvSpPr>
          <p:spPr>
            <a:xfrm>
              <a:off x="7470275" y="6314530"/>
              <a:ext cx="2016125" cy="264795"/>
            </a:xfrm>
            <a:custGeom>
              <a:avLst/>
              <a:gdLst/>
              <a:ahLst/>
              <a:cxnLst/>
              <a:rect l="l" t="t" r="r" b="b"/>
              <a:pathLst>
                <a:path w="2016125" h="264795">
                  <a:moveTo>
                    <a:pt x="2015990" y="0"/>
                  </a:moveTo>
                  <a:lnTo>
                    <a:pt x="0" y="0"/>
                  </a:lnTo>
                  <a:lnTo>
                    <a:pt x="0" y="264473"/>
                  </a:lnTo>
                  <a:lnTo>
                    <a:pt x="2015990" y="264473"/>
                  </a:lnTo>
                  <a:lnTo>
                    <a:pt x="201599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4" name="object 310">
              <a:extLst>
                <a:ext uri="{FF2B5EF4-FFF2-40B4-BE49-F238E27FC236}">
                  <a16:creationId xmlns:a16="http://schemas.microsoft.com/office/drawing/2014/main" id="{36D119DC-FB2A-AA4B-58EF-B39C61D9B4E6}"/>
                </a:ext>
              </a:extLst>
            </p:cNvPr>
            <p:cNvSpPr/>
            <p:nvPr/>
          </p:nvSpPr>
          <p:spPr>
            <a:xfrm>
              <a:off x="6881278" y="6321500"/>
              <a:ext cx="19050" cy="0"/>
            </a:xfrm>
            <a:custGeom>
              <a:avLst/>
              <a:gdLst/>
              <a:ahLst/>
              <a:cxnLst/>
              <a:rect l="l" t="t" r="r" b="b"/>
              <a:pathLst>
                <a:path w="19050">
                  <a:moveTo>
                    <a:pt x="0" y="0"/>
                  </a:moveTo>
                  <a:lnTo>
                    <a:pt x="18617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5" name="object 311">
              <a:extLst>
                <a:ext uri="{FF2B5EF4-FFF2-40B4-BE49-F238E27FC236}">
                  <a16:creationId xmlns:a16="http://schemas.microsoft.com/office/drawing/2014/main" id="{EDF551B7-8E11-EFD2-45C7-B0CE0D368F4E}"/>
                </a:ext>
              </a:extLst>
            </p:cNvPr>
            <p:cNvSpPr/>
            <p:nvPr/>
          </p:nvSpPr>
          <p:spPr>
            <a:xfrm>
              <a:off x="6878984" y="6319221"/>
              <a:ext cx="23495" cy="5080"/>
            </a:xfrm>
            <a:custGeom>
              <a:avLst/>
              <a:gdLst/>
              <a:ahLst/>
              <a:cxnLst/>
              <a:rect l="l" t="t" r="r" b="b"/>
              <a:pathLst>
                <a:path w="23495" h="5079">
                  <a:moveTo>
                    <a:pt x="23266" y="0"/>
                  </a:moveTo>
                  <a:lnTo>
                    <a:pt x="0" y="0"/>
                  </a:lnTo>
                  <a:lnTo>
                    <a:pt x="0" y="4628"/>
                  </a:lnTo>
                  <a:lnTo>
                    <a:pt x="23266" y="4628"/>
                  </a:lnTo>
                  <a:lnTo>
                    <a:pt x="23266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6" name="object 312">
              <a:extLst>
                <a:ext uri="{FF2B5EF4-FFF2-40B4-BE49-F238E27FC236}">
                  <a16:creationId xmlns:a16="http://schemas.microsoft.com/office/drawing/2014/main" id="{623266D4-310A-F1D7-20DA-C685341C48F9}"/>
                </a:ext>
              </a:extLst>
            </p:cNvPr>
            <p:cNvSpPr/>
            <p:nvPr/>
          </p:nvSpPr>
          <p:spPr>
            <a:xfrm>
              <a:off x="6881278" y="6326142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>
                  <a:moveTo>
                    <a:pt x="0" y="0"/>
                  </a:moveTo>
                  <a:lnTo>
                    <a:pt x="13957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7" name="object 313">
              <a:extLst>
                <a:ext uri="{FF2B5EF4-FFF2-40B4-BE49-F238E27FC236}">
                  <a16:creationId xmlns:a16="http://schemas.microsoft.com/office/drawing/2014/main" id="{2A32D4A5-6934-51CD-5A3C-7B767BF749EE}"/>
                </a:ext>
              </a:extLst>
            </p:cNvPr>
            <p:cNvSpPr/>
            <p:nvPr/>
          </p:nvSpPr>
          <p:spPr>
            <a:xfrm>
              <a:off x="6878984" y="6323849"/>
              <a:ext cx="19050" cy="5080"/>
            </a:xfrm>
            <a:custGeom>
              <a:avLst/>
              <a:gdLst/>
              <a:ahLst/>
              <a:cxnLst/>
              <a:rect l="l" t="t" r="r" b="b"/>
              <a:pathLst>
                <a:path w="19050" h="5079">
                  <a:moveTo>
                    <a:pt x="18617" y="0"/>
                  </a:moveTo>
                  <a:lnTo>
                    <a:pt x="0" y="0"/>
                  </a:lnTo>
                  <a:lnTo>
                    <a:pt x="0" y="4638"/>
                  </a:lnTo>
                  <a:lnTo>
                    <a:pt x="18617" y="4638"/>
                  </a:lnTo>
                  <a:lnTo>
                    <a:pt x="18617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8" name="object 314">
              <a:extLst>
                <a:ext uri="{FF2B5EF4-FFF2-40B4-BE49-F238E27FC236}">
                  <a16:creationId xmlns:a16="http://schemas.microsoft.com/office/drawing/2014/main" id="{235B9FD2-17A3-6599-3D20-04C106AF87E4}"/>
                </a:ext>
              </a:extLst>
            </p:cNvPr>
            <p:cNvSpPr/>
            <p:nvPr/>
          </p:nvSpPr>
          <p:spPr>
            <a:xfrm>
              <a:off x="6881278" y="6330774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308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9" name="object 315">
              <a:extLst>
                <a:ext uri="{FF2B5EF4-FFF2-40B4-BE49-F238E27FC236}">
                  <a16:creationId xmlns:a16="http://schemas.microsoft.com/office/drawing/2014/main" id="{9AD654C4-8947-C8A0-5C8E-5032C6EEB57A}"/>
                </a:ext>
              </a:extLst>
            </p:cNvPr>
            <p:cNvSpPr/>
            <p:nvPr/>
          </p:nvSpPr>
          <p:spPr>
            <a:xfrm>
              <a:off x="6878984" y="6328477"/>
              <a:ext cx="13970" cy="5080"/>
            </a:xfrm>
            <a:custGeom>
              <a:avLst/>
              <a:gdLst/>
              <a:ahLst/>
              <a:cxnLst/>
              <a:rect l="l" t="t" r="r" b="b"/>
              <a:pathLst>
                <a:path w="13970" h="5079">
                  <a:moveTo>
                    <a:pt x="13957" y="0"/>
                  </a:moveTo>
                  <a:lnTo>
                    <a:pt x="0" y="0"/>
                  </a:lnTo>
                  <a:lnTo>
                    <a:pt x="0" y="4649"/>
                  </a:lnTo>
                  <a:lnTo>
                    <a:pt x="13957" y="4649"/>
                  </a:lnTo>
                  <a:lnTo>
                    <a:pt x="13957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0" name="object 316">
              <a:extLst>
                <a:ext uri="{FF2B5EF4-FFF2-40B4-BE49-F238E27FC236}">
                  <a16:creationId xmlns:a16="http://schemas.microsoft.com/office/drawing/2014/main" id="{692C7021-B7A1-5ED8-072B-0DDC3BA34D96}"/>
                </a:ext>
              </a:extLst>
            </p:cNvPr>
            <p:cNvSpPr/>
            <p:nvPr/>
          </p:nvSpPr>
          <p:spPr>
            <a:xfrm>
              <a:off x="6881278" y="6335407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659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1" name="object 317">
              <a:extLst>
                <a:ext uri="{FF2B5EF4-FFF2-40B4-BE49-F238E27FC236}">
                  <a16:creationId xmlns:a16="http://schemas.microsoft.com/office/drawing/2014/main" id="{687EDA5C-8075-3888-5607-C9A8C172E87C}"/>
                </a:ext>
              </a:extLst>
            </p:cNvPr>
            <p:cNvSpPr/>
            <p:nvPr/>
          </p:nvSpPr>
          <p:spPr>
            <a:xfrm>
              <a:off x="6878980" y="6333127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9309" y="0"/>
                  </a:moveTo>
                  <a:lnTo>
                    <a:pt x="0" y="0"/>
                  </a:lnTo>
                  <a:lnTo>
                    <a:pt x="0" y="4635"/>
                  </a:lnTo>
                  <a:lnTo>
                    <a:pt x="0" y="9271"/>
                  </a:lnTo>
                  <a:lnTo>
                    <a:pt x="4660" y="9271"/>
                  </a:lnTo>
                  <a:lnTo>
                    <a:pt x="4660" y="4635"/>
                  </a:lnTo>
                  <a:lnTo>
                    <a:pt x="9309" y="4635"/>
                  </a:lnTo>
                  <a:lnTo>
                    <a:pt x="9309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2" name="object 318">
              <a:extLst>
                <a:ext uri="{FF2B5EF4-FFF2-40B4-BE49-F238E27FC236}">
                  <a16:creationId xmlns:a16="http://schemas.microsoft.com/office/drawing/2014/main" id="{57BAB989-20D2-9BB1-E7AF-D531C90BEFD5}"/>
                </a:ext>
              </a:extLst>
            </p:cNvPr>
            <p:cNvSpPr/>
            <p:nvPr/>
          </p:nvSpPr>
          <p:spPr>
            <a:xfrm>
              <a:off x="1165974" y="6574415"/>
              <a:ext cx="4437380" cy="264795"/>
            </a:xfrm>
            <a:custGeom>
              <a:avLst/>
              <a:gdLst/>
              <a:ahLst/>
              <a:cxnLst/>
              <a:rect l="l" t="t" r="r" b="b"/>
              <a:pathLst>
                <a:path w="4437380" h="264795">
                  <a:moveTo>
                    <a:pt x="4437227" y="0"/>
                  </a:moveTo>
                  <a:lnTo>
                    <a:pt x="4437227" y="0"/>
                  </a:lnTo>
                  <a:lnTo>
                    <a:pt x="0" y="0"/>
                  </a:lnTo>
                  <a:lnTo>
                    <a:pt x="0" y="264325"/>
                  </a:lnTo>
                  <a:lnTo>
                    <a:pt x="4437227" y="264325"/>
                  </a:lnTo>
                  <a:lnTo>
                    <a:pt x="443722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3" name="object 319">
              <a:extLst>
                <a:ext uri="{FF2B5EF4-FFF2-40B4-BE49-F238E27FC236}">
                  <a16:creationId xmlns:a16="http://schemas.microsoft.com/office/drawing/2014/main" id="{4EE8DBC5-41E3-1130-C3E8-5B2E04B18C73}"/>
                </a:ext>
              </a:extLst>
            </p:cNvPr>
            <p:cNvSpPr/>
            <p:nvPr/>
          </p:nvSpPr>
          <p:spPr>
            <a:xfrm>
              <a:off x="5598489" y="6574407"/>
              <a:ext cx="1876425" cy="264795"/>
            </a:xfrm>
            <a:custGeom>
              <a:avLst/>
              <a:gdLst/>
              <a:ahLst/>
              <a:cxnLst/>
              <a:rect l="l" t="t" r="r" b="b"/>
              <a:pathLst>
                <a:path w="1876425" h="264795">
                  <a:moveTo>
                    <a:pt x="1876372" y="0"/>
                  </a:moveTo>
                  <a:lnTo>
                    <a:pt x="0" y="0"/>
                  </a:lnTo>
                  <a:lnTo>
                    <a:pt x="0" y="264327"/>
                  </a:lnTo>
                  <a:lnTo>
                    <a:pt x="1876372" y="264327"/>
                  </a:lnTo>
                  <a:lnTo>
                    <a:pt x="18763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4" name="object 320">
              <a:extLst>
                <a:ext uri="{FF2B5EF4-FFF2-40B4-BE49-F238E27FC236}">
                  <a16:creationId xmlns:a16="http://schemas.microsoft.com/office/drawing/2014/main" id="{12F52E64-1168-9F61-D304-BFCC441A7A18}"/>
                </a:ext>
              </a:extLst>
            </p:cNvPr>
            <p:cNvSpPr/>
            <p:nvPr/>
          </p:nvSpPr>
          <p:spPr>
            <a:xfrm>
              <a:off x="7470275" y="6574407"/>
              <a:ext cx="2016125" cy="264795"/>
            </a:xfrm>
            <a:custGeom>
              <a:avLst/>
              <a:gdLst/>
              <a:ahLst/>
              <a:cxnLst/>
              <a:rect l="l" t="t" r="r" b="b"/>
              <a:pathLst>
                <a:path w="2016125" h="264795">
                  <a:moveTo>
                    <a:pt x="2015990" y="0"/>
                  </a:moveTo>
                  <a:lnTo>
                    <a:pt x="0" y="0"/>
                  </a:lnTo>
                  <a:lnTo>
                    <a:pt x="0" y="264327"/>
                  </a:lnTo>
                  <a:lnTo>
                    <a:pt x="2015990" y="264327"/>
                  </a:lnTo>
                  <a:lnTo>
                    <a:pt x="201599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5" name="object 321">
              <a:extLst>
                <a:ext uri="{FF2B5EF4-FFF2-40B4-BE49-F238E27FC236}">
                  <a16:creationId xmlns:a16="http://schemas.microsoft.com/office/drawing/2014/main" id="{3DB72D4C-4F96-3DC7-178A-148384A4EC2E}"/>
                </a:ext>
              </a:extLst>
            </p:cNvPr>
            <p:cNvSpPr/>
            <p:nvPr/>
          </p:nvSpPr>
          <p:spPr>
            <a:xfrm>
              <a:off x="6881278" y="6581360"/>
              <a:ext cx="19050" cy="0"/>
            </a:xfrm>
            <a:custGeom>
              <a:avLst/>
              <a:gdLst/>
              <a:ahLst/>
              <a:cxnLst/>
              <a:rect l="l" t="t" r="r" b="b"/>
              <a:pathLst>
                <a:path w="19050">
                  <a:moveTo>
                    <a:pt x="0" y="0"/>
                  </a:moveTo>
                  <a:lnTo>
                    <a:pt x="18617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6" name="object 322">
              <a:extLst>
                <a:ext uri="{FF2B5EF4-FFF2-40B4-BE49-F238E27FC236}">
                  <a16:creationId xmlns:a16="http://schemas.microsoft.com/office/drawing/2014/main" id="{1B4A7291-749C-B46A-B092-0BA4BCEC1821}"/>
                </a:ext>
              </a:extLst>
            </p:cNvPr>
            <p:cNvSpPr/>
            <p:nvPr/>
          </p:nvSpPr>
          <p:spPr>
            <a:xfrm>
              <a:off x="6878984" y="6579003"/>
              <a:ext cx="23495" cy="5080"/>
            </a:xfrm>
            <a:custGeom>
              <a:avLst/>
              <a:gdLst/>
              <a:ahLst/>
              <a:cxnLst/>
              <a:rect l="l" t="t" r="r" b="b"/>
              <a:pathLst>
                <a:path w="23495" h="5079">
                  <a:moveTo>
                    <a:pt x="23266" y="0"/>
                  </a:moveTo>
                  <a:lnTo>
                    <a:pt x="0" y="0"/>
                  </a:lnTo>
                  <a:lnTo>
                    <a:pt x="0" y="4638"/>
                  </a:lnTo>
                  <a:lnTo>
                    <a:pt x="23266" y="4638"/>
                  </a:lnTo>
                  <a:lnTo>
                    <a:pt x="23266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7" name="object 323">
              <a:extLst>
                <a:ext uri="{FF2B5EF4-FFF2-40B4-BE49-F238E27FC236}">
                  <a16:creationId xmlns:a16="http://schemas.microsoft.com/office/drawing/2014/main" id="{3B7E77B4-B0C1-CAE4-38AA-295720CA0566}"/>
                </a:ext>
              </a:extLst>
            </p:cNvPr>
            <p:cNvSpPr/>
            <p:nvPr/>
          </p:nvSpPr>
          <p:spPr>
            <a:xfrm>
              <a:off x="6881278" y="6585992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>
                  <a:moveTo>
                    <a:pt x="0" y="0"/>
                  </a:moveTo>
                  <a:lnTo>
                    <a:pt x="13957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8" name="object 324">
              <a:extLst>
                <a:ext uri="{FF2B5EF4-FFF2-40B4-BE49-F238E27FC236}">
                  <a16:creationId xmlns:a16="http://schemas.microsoft.com/office/drawing/2014/main" id="{C61ABF51-8E38-D1A8-333D-D8C4697DF5DF}"/>
                </a:ext>
              </a:extLst>
            </p:cNvPr>
            <p:cNvSpPr/>
            <p:nvPr/>
          </p:nvSpPr>
          <p:spPr>
            <a:xfrm>
              <a:off x="6878984" y="6583642"/>
              <a:ext cx="19050" cy="5080"/>
            </a:xfrm>
            <a:custGeom>
              <a:avLst/>
              <a:gdLst/>
              <a:ahLst/>
              <a:cxnLst/>
              <a:rect l="l" t="t" r="r" b="b"/>
              <a:pathLst>
                <a:path w="19050" h="5079">
                  <a:moveTo>
                    <a:pt x="18617" y="0"/>
                  </a:moveTo>
                  <a:lnTo>
                    <a:pt x="0" y="0"/>
                  </a:lnTo>
                  <a:lnTo>
                    <a:pt x="0" y="4628"/>
                  </a:lnTo>
                  <a:lnTo>
                    <a:pt x="18617" y="4628"/>
                  </a:lnTo>
                  <a:lnTo>
                    <a:pt x="18617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9" name="object 325">
              <a:extLst>
                <a:ext uri="{FF2B5EF4-FFF2-40B4-BE49-F238E27FC236}">
                  <a16:creationId xmlns:a16="http://schemas.microsoft.com/office/drawing/2014/main" id="{0085FAD9-3975-BA4D-A936-87682BA57BDC}"/>
                </a:ext>
              </a:extLst>
            </p:cNvPr>
            <p:cNvSpPr/>
            <p:nvPr/>
          </p:nvSpPr>
          <p:spPr>
            <a:xfrm>
              <a:off x="6881278" y="6590624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308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0" name="object 326">
              <a:extLst>
                <a:ext uri="{FF2B5EF4-FFF2-40B4-BE49-F238E27FC236}">
                  <a16:creationId xmlns:a16="http://schemas.microsoft.com/office/drawing/2014/main" id="{F2E8FB76-BCED-4354-8782-14CF0F125828}"/>
                </a:ext>
              </a:extLst>
            </p:cNvPr>
            <p:cNvSpPr/>
            <p:nvPr/>
          </p:nvSpPr>
          <p:spPr>
            <a:xfrm>
              <a:off x="6878984" y="6588281"/>
              <a:ext cx="13970" cy="5080"/>
            </a:xfrm>
            <a:custGeom>
              <a:avLst/>
              <a:gdLst/>
              <a:ahLst/>
              <a:cxnLst/>
              <a:rect l="l" t="t" r="r" b="b"/>
              <a:pathLst>
                <a:path w="13970" h="5079">
                  <a:moveTo>
                    <a:pt x="13957" y="0"/>
                  </a:moveTo>
                  <a:lnTo>
                    <a:pt x="0" y="0"/>
                  </a:lnTo>
                  <a:lnTo>
                    <a:pt x="0" y="4638"/>
                  </a:lnTo>
                  <a:lnTo>
                    <a:pt x="13957" y="4638"/>
                  </a:lnTo>
                  <a:lnTo>
                    <a:pt x="13957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1" name="object 327">
              <a:extLst>
                <a:ext uri="{FF2B5EF4-FFF2-40B4-BE49-F238E27FC236}">
                  <a16:creationId xmlns:a16="http://schemas.microsoft.com/office/drawing/2014/main" id="{5DC5B0FB-80F2-29E5-00BB-B7690D0D2169}"/>
                </a:ext>
              </a:extLst>
            </p:cNvPr>
            <p:cNvSpPr/>
            <p:nvPr/>
          </p:nvSpPr>
          <p:spPr>
            <a:xfrm>
              <a:off x="6881278" y="6595256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659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2" name="object 328">
              <a:extLst>
                <a:ext uri="{FF2B5EF4-FFF2-40B4-BE49-F238E27FC236}">
                  <a16:creationId xmlns:a16="http://schemas.microsoft.com/office/drawing/2014/main" id="{134DE515-910B-EC73-1519-6DD57012F8DE}"/>
                </a:ext>
              </a:extLst>
            </p:cNvPr>
            <p:cNvSpPr/>
            <p:nvPr/>
          </p:nvSpPr>
          <p:spPr>
            <a:xfrm>
              <a:off x="6878980" y="6592931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9309" y="0"/>
                  </a:moveTo>
                  <a:lnTo>
                    <a:pt x="0" y="0"/>
                  </a:lnTo>
                  <a:lnTo>
                    <a:pt x="0" y="4610"/>
                  </a:lnTo>
                  <a:lnTo>
                    <a:pt x="0" y="9245"/>
                  </a:lnTo>
                  <a:lnTo>
                    <a:pt x="4660" y="9245"/>
                  </a:lnTo>
                  <a:lnTo>
                    <a:pt x="4660" y="4622"/>
                  </a:lnTo>
                  <a:lnTo>
                    <a:pt x="9309" y="4622"/>
                  </a:lnTo>
                  <a:lnTo>
                    <a:pt x="9309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3" name="object 329">
              <a:extLst>
                <a:ext uri="{FF2B5EF4-FFF2-40B4-BE49-F238E27FC236}">
                  <a16:creationId xmlns:a16="http://schemas.microsoft.com/office/drawing/2014/main" id="{691D504D-C9BB-9EA3-7E04-6EAAAAA7A73F}"/>
                </a:ext>
              </a:extLst>
            </p:cNvPr>
            <p:cNvSpPr/>
            <p:nvPr/>
          </p:nvSpPr>
          <p:spPr>
            <a:xfrm>
              <a:off x="1165974" y="6834143"/>
              <a:ext cx="4437380" cy="464184"/>
            </a:xfrm>
            <a:custGeom>
              <a:avLst/>
              <a:gdLst/>
              <a:ahLst/>
              <a:cxnLst/>
              <a:rect l="l" t="t" r="r" b="b"/>
              <a:pathLst>
                <a:path w="4437380" h="464184">
                  <a:moveTo>
                    <a:pt x="4437227" y="0"/>
                  </a:moveTo>
                  <a:lnTo>
                    <a:pt x="4437227" y="0"/>
                  </a:lnTo>
                  <a:lnTo>
                    <a:pt x="0" y="0"/>
                  </a:lnTo>
                  <a:lnTo>
                    <a:pt x="0" y="463867"/>
                  </a:lnTo>
                  <a:lnTo>
                    <a:pt x="4437227" y="463867"/>
                  </a:lnTo>
                  <a:lnTo>
                    <a:pt x="443722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4" name="object 330">
              <a:extLst>
                <a:ext uri="{FF2B5EF4-FFF2-40B4-BE49-F238E27FC236}">
                  <a16:creationId xmlns:a16="http://schemas.microsoft.com/office/drawing/2014/main" id="{B743B408-7DD4-3AB9-12F5-1FA6CC2DC0D2}"/>
                </a:ext>
              </a:extLst>
            </p:cNvPr>
            <p:cNvSpPr/>
            <p:nvPr/>
          </p:nvSpPr>
          <p:spPr>
            <a:xfrm>
              <a:off x="5598489" y="6834137"/>
              <a:ext cx="1876425" cy="464184"/>
            </a:xfrm>
            <a:custGeom>
              <a:avLst/>
              <a:gdLst/>
              <a:ahLst/>
              <a:cxnLst/>
              <a:rect l="l" t="t" r="r" b="b"/>
              <a:pathLst>
                <a:path w="1876425" h="464184">
                  <a:moveTo>
                    <a:pt x="0" y="463870"/>
                  </a:moveTo>
                  <a:lnTo>
                    <a:pt x="1876372" y="463870"/>
                  </a:lnTo>
                  <a:lnTo>
                    <a:pt x="1876372" y="0"/>
                  </a:lnTo>
                  <a:lnTo>
                    <a:pt x="0" y="0"/>
                  </a:lnTo>
                  <a:lnTo>
                    <a:pt x="0" y="4638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5" name="object 331">
              <a:extLst>
                <a:ext uri="{FF2B5EF4-FFF2-40B4-BE49-F238E27FC236}">
                  <a16:creationId xmlns:a16="http://schemas.microsoft.com/office/drawing/2014/main" id="{C4527BDD-D4A4-58D2-342D-E3CB03795752}"/>
                </a:ext>
              </a:extLst>
            </p:cNvPr>
            <p:cNvSpPr/>
            <p:nvPr/>
          </p:nvSpPr>
          <p:spPr>
            <a:xfrm>
              <a:off x="7470275" y="6834137"/>
              <a:ext cx="2016125" cy="464184"/>
            </a:xfrm>
            <a:custGeom>
              <a:avLst/>
              <a:gdLst/>
              <a:ahLst/>
              <a:cxnLst/>
              <a:rect l="l" t="t" r="r" b="b"/>
              <a:pathLst>
                <a:path w="2016125" h="464184">
                  <a:moveTo>
                    <a:pt x="0" y="463870"/>
                  </a:moveTo>
                  <a:lnTo>
                    <a:pt x="2015990" y="463870"/>
                  </a:lnTo>
                  <a:lnTo>
                    <a:pt x="2015990" y="0"/>
                  </a:lnTo>
                  <a:lnTo>
                    <a:pt x="0" y="0"/>
                  </a:lnTo>
                  <a:lnTo>
                    <a:pt x="0" y="46387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6" name="object 332">
              <a:extLst>
                <a:ext uri="{FF2B5EF4-FFF2-40B4-BE49-F238E27FC236}">
                  <a16:creationId xmlns:a16="http://schemas.microsoft.com/office/drawing/2014/main" id="{64B70C66-3FED-D4F1-9E98-FAC565BC2C39}"/>
                </a:ext>
              </a:extLst>
            </p:cNvPr>
            <p:cNvSpPr/>
            <p:nvPr/>
          </p:nvSpPr>
          <p:spPr>
            <a:xfrm>
              <a:off x="6881278" y="6841087"/>
              <a:ext cx="19050" cy="0"/>
            </a:xfrm>
            <a:custGeom>
              <a:avLst/>
              <a:gdLst/>
              <a:ahLst/>
              <a:cxnLst/>
              <a:rect l="l" t="t" r="r" b="b"/>
              <a:pathLst>
                <a:path w="19050">
                  <a:moveTo>
                    <a:pt x="0" y="0"/>
                  </a:moveTo>
                  <a:lnTo>
                    <a:pt x="18617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7" name="object 333">
              <a:extLst>
                <a:ext uri="{FF2B5EF4-FFF2-40B4-BE49-F238E27FC236}">
                  <a16:creationId xmlns:a16="http://schemas.microsoft.com/office/drawing/2014/main" id="{4FA08CD4-D270-BAC9-331F-F7F11C689B18}"/>
                </a:ext>
              </a:extLst>
            </p:cNvPr>
            <p:cNvSpPr/>
            <p:nvPr/>
          </p:nvSpPr>
          <p:spPr>
            <a:xfrm>
              <a:off x="6878984" y="6838734"/>
              <a:ext cx="23495" cy="5080"/>
            </a:xfrm>
            <a:custGeom>
              <a:avLst/>
              <a:gdLst/>
              <a:ahLst/>
              <a:cxnLst/>
              <a:rect l="l" t="t" r="r" b="b"/>
              <a:pathLst>
                <a:path w="23495" h="5079">
                  <a:moveTo>
                    <a:pt x="23266" y="0"/>
                  </a:moveTo>
                  <a:lnTo>
                    <a:pt x="0" y="0"/>
                  </a:lnTo>
                  <a:lnTo>
                    <a:pt x="0" y="4628"/>
                  </a:lnTo>
                  <a:lnTo>
                    <a:pt x="23266" y="4628"/>
                  </a:lnTo>
                  <a:lnTo>
                    <a:pt x="23266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8" name="object 334">
              <a:extLst>
                <a:ext uri="{FF2B5EF4-FFF2-40B4-BE49-F238E27FC236}">
                  <a16:creationId xmlns:a16="http://schemas.microsoft.com/office/drawing/2014/main" id="{1947CF84-324E-2321-860E-41932B9B7A62}"/>
                </a:ext>
              </a:extLst>
            </p:cNvPr>
            <p:cNvSpPr/>
            <p:nvPr/>
          </p:nvSpPr>
          <p:spPr>
            <a:xfrm>
              <a:off x="6881278" y="6845719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>
                  <a:moveTo>
                    <a:pt x="0" y="0"/>
                  </a:moveTo>
                  <a:lnTo>
                    <a:pt x="13957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9" name="object 335">
              <a:extLst>
                <a:ext uri="{FF2B5EF4-FFF2-40B4-BE49-F238E27FC236}">
                  <a16:creationId xmlns:a16="http://schemas.microsoft.com/office/drawing/2014/main" id="{3638AEAD-BC63-6B55-A656-67757B3B2CE4}"/>
                </a:ext>
              </a:extLst>
            </p:cNvPr>
            <p:cNvSpPr/>
            <p:nvPr/>
          </p:nvSpPr>
          <p:spPr>
            <a:xfrm>
              <a:off x="6878984" y="6843362"/>
              <a:ext cx="19050" cy="5080"/>
            </a:xfrm>
            <a:custGeom>
              <a:avLst/>
              <a:gdLst/>
              <a:ahLst/>
              <a:cxnLst/>
              <a:rect l="l" t="t" r="r" b="b"/>
              <a:pathLst>
                <a:path w="19050" h="5079">
                  <a:moveTo>
                    <a:pt x="18617" y="0"/>
                  </a:moveTo>
                  <a:lnTo>
                    <a:pt x="0" y="0"/>
                  </a:lnTo>
                  <a:lnTo>
                    <a:pt x="0" y="4649"/>
                  </a:lnTo>
                  <a:lnTo>
                    <a:pt x="18617" y="4649"/>
                  </a:lnTo>
                  <a:lnTo>
                    <a:pt x="18617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0" name="object 336">
              <a:extLst>
                <a:ext uri="{FF2B5EF4-FFF2-40B4-BE49-F238E27FC236}">
                  <a16:creationId xmlns:a16="http://schemas.microsoft.com/office/drawing/2014/main" id="{CBC44D9C-B5DD-F4BD-262C-7B9DE1CDC77D}"/>
                </a:ext>
              </a:extLst>
            </p:cNvPr>
            <p:cNvSpPr/>
            <p:nvPr/>
          </p:nvSpPr>
          <p:spPr>
            <a:xfrm>
              <a:off x="6881278" y="6850351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308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1" name="object 337">
              <a:extLst>
                <a:ext uri="{FF2B5EF4-FFF2-40B4-BE49-F238E27FC236}">
                  <a16:creationId xmlns:a16="http://schemas.microsoft.com/office/drawing/2014/main" id="{4CDDD92F-4CE5-B6ED-3113-DFA08672EFA1}"/>
                </a:ext>
              </a:extLst>
            </p:cNvPr>
            <p:cNvSpPr/>
            <p:nvPr/>
          </p:nvSpPr>
          <p:spPr>
            <a:xfrm>
              <a:off x="6878984" y="6848001"/>
              <a:ext cx="13970" cy="5080"/>
            </a:xfrm>
            <a:custGeom>
              <a:avLst/>
              <a:gdLst/>
              <a:ahLst/>
              <a:cxnLst/>
              <a:rect l="l" t="t" r="r" b="b"/>
              <a:pathLst>
                <a:path w="13970" h="5079">
                  <a:moveTo>
                    <a:pt x="13957" y="0"/>
                  </a:moveTo>
                  <a:lnTo>
                    <a:pt x="0" y="0"/>
                  </a:lnTo>
                  <a:lnTo>
                    <a:pt x="0" y="4649"/>
                  </a:lnTo>
                  <a:lnTo>
                    <a:pt x="13957" y="4649"/>
                  </a:lnTo>
                  <a:lnTo>
                    <a:pt x="13957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2" name="object 338">
              <a:extLst>
                <a:ext uri="{FF2B5EF4-FFF2-40B4-BE49-F238E27FC236}">
                  <a16:creationId xmlns:a16="http://schemas.microsoft.com/office/drawing/2014/main" id="{3EA38789-82F7-7637-4AC8-133F7E20BBB8}"/>
                </a:ext>
              </a:extLst>
            </p:cNvPr>
            <p:cNvSpPr/>
            <p:nvPr/>
          </p:nvSpPr>
          <p:spPr>
            <a:xfrm>
              <a:off x="6881278" y="6854984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659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3" name="object 339">
              <a:extLst>
                <a:ext uri="{FF2B5EF4-FFF2-40B4-BE49-F238E27FC236}">
                  <a16:creationId xmlns:a16="http://schemas.microsoft.com/office/drawing/2014/main" id="{9D7494A3-4A1F-58E2-7B76-3B923664D7AE}"/>
                </a:ext>
              </a:extLst>
            </p:cNvPr>
            <p:cNvSpPr/>
            <p:nvPr/>
          </p:nvSpPr>
          <p:spPr>
            <a:xfrm>
              <a:off x="6878980" y="6852684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9309" y="0"/>
                  </a:moveTo>
                  <a:lnTo>
                    <a:pt x="0" y="0"/>
                  </a:lnTo>
                  <a:lnTo>
                    <a:pt x="0" y="4711"/>
                  </a:lnTo>
                  <a:lnTo>
                    <a:pt x="0" y="9347"/>
                  </a:lnTo>
                  <a:lnTo>
                    <a:pt x="4660" y="9347"/>
                  </a:lnTo>
                  <a:lnTo>
                    <a:pt x="4660" y="4787"/>
                  </a:lnTo>
                  <a:lnTo>
                    <a:pt x="9309" y="4787"/>
                  </a:lnTo>
                  <a:lnTo>
                    <a:pt x="9309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4" name="object 340">
              <a:extLst>
                <a:ext uri="{FF2B5EF4-FFF2-40B4-BE49-F238E27FC236}">
                  <a16:creationId xmlns:a16="http://schemas.microsoft.com/office/drawing/2014/main" id="{59DCB9C7-948B-A0E0-BF5B-8CA5AA22D92D}"/>
                </a:ext>
              </a:extLst>
            </p:cNvPr>
            <p:cNvSpPr/>
            <p:nvPr/>
          </p:nvSpPr>
          <p:spPr>
            <a:xfrm>
              <a:off x="1165974" y="7298010"/>
              <a:ext cx="8320405" cy="186055"/>
            </a:xfrm>
            <a:custGeom>
              <a:avLst/>
              <a:gdLst/>
              <a:ahLst/>
              <a:cxnLst/>
              <a:rect l="l" t="t" r="r" b="b"/>
              <a:pathLst>
                <a:path w="8320405" h="186054">
                  <a:moveTo>
                    <a:pt x="8320278" y="0"/>
                  </a:moveTo>
                  <a:lnTo>
                    <a:pt x="3659606" y="0"/>
                  </a:lnTo>
                  <a:lnTo>
                    <a:pt x="3654958" y="0"/>
                  </a:lnTo>
                  <a:lnTo>
                    <a:pt x="0" y="0"/>
                  </a:lnTo>
                  <a:lnTo>
                    <a:pt x="0" y="185724"/>
                  </a:lnTo>
                  <a:lnTo>
                    <a:pt x="3654958" y="185724"/>
                  </a:lnTo>
                  <a:lnTo>
                    <a:pt x="3659606" y="185724"/>
                  </a:lnTo>
                  <a:lnTo>
                    <a:pt x="8320278" y="185724"/>
                  </a:lnTo>
                  <a:lnTo>
                    <a:pt x="8320278" y="0"/>
                  </a:lnTo>
                  <a:close/>
                </a:path>
              </a:pathLst>
            </a:custGeom>
            <a:solidFill>
              <a:srgbClr val="E2EF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5" name="object 341">
              <a:extLst>
                <a:ext uri="{FF2B5EF4-FFF2-40B4-BE49-F238E27FC236}">
                  <a16:creationId xmlns:a16="http://schemas.microsoft.com/office/drawing/2014/main" id="{6C9B59D8-F313-909C-00B1-02E6C577493A}"/>
                </a:ext>
              </a:extLst>
            </p:cNvPr>
            <p:cNvSpPr/>
            <p:nvPr/>
          </p:nvSpPr>
          <p:spPr>
            <a:xfrm>
              <a:off x="1165974" y="7483735"/>
              <a:ext cx="8320405" cy="186055"/>
            </a:xfrm>
            <a:custGeom>
              <a:avLst/>
              <a:gdLst/>
              <a:ahLst/>
              <a:cxnLst/>
              <a:rect l="l" t="t" r="r" b="b"/>
              <a:pathLst>
                <a:path w="8320405" h="186054">
                  <a:moveTo>
                    <a:pt x="8320278" y="0"/>
                  </a:moveTo>
                  <a:lnTo>
                    <a:pt x="3659606" y="0"/>
                  </a:lnTo>
                  <a:lnTo>
                    <a:pt x="3654958" y="0"/>
                  </a:lnTo>
                  <a:lnTo>
                    <a:pt x="0" y="0"/>
                  </a:lnTo>
                  <a:lnTo>
                    <a:pt x="0" y="185572"/>
                  </a:lnTo>
                  <a:lnTo>
                    <a:pt x="3654958" y="185572"/>
                  </a:lnTo>
                  <a:lnTo>
                    <a:pt x="3659606" y="185572"/>
                  </a:lnTo>
                  <a:lnTo>
                    <a:pt x="8320278" y="185572"/>
                  </a:lnTo>
                  <a:lnTo>
                    <a:pt x="8320278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6" name="object 342">
              <a:extLst>
                <a:ext uri="{FF2B5EF4-FFF2-40B4-BE49-F238E27FC236}">
                  <a16:creationId xmlns:a16="http://schemas.microsoft.com/office/drawing/2014/main" id="{F42ABDD7-00DC-CBF2-5B54-758E7D84B53D}"/>
                </a:ext>
              </a:extLst>
            </p:cNvPr>
            <p:cNvSpPr/>
            <p:nvPr/>
          </p:nvSpPr>
          <p:spPr>
            <a:xfrm>
              <a:off x="1165974" y="7669307"/>
              <a:ext cx="8320405" cy="190500"/>
            </a:xfrm>
            <a:custGeom>
              <a:avLst/>
              <a:gdLst/>
              <a:ahLst/>
              <a:cxnLst/>
              <a:rect l="l" t="t" r="r" b="b"/>
              <a:pathLst>
                <a:path w="8320405" h="190500">
                  <a:moveTo>
                    <a:pt x="8320278" y="0"/>
                  </a:moveTo>
                  <a:lnTo>
                    <a:pt x="3659606" y="0"/>
                  </a:lnTo>
                  <a:lnTo>
                    <a:pt x="3654958" y="0"/>
                  </a:lnTo>
                  <a:lnTo>
                    <a:pt x="0" y="0"/>
                  </a:lnTo>
                  <a:lnTo>
                    <a:pt x="0" y="185470"/>
                  </a:lnTo>
                  <a:lnTo>
                    <a:pt x="0" y="190182"/>
                  </a:lnTo>
                  <a:lnTo>
                    <a:pt x="572681" y="190182"/>
                  </a:lnTo>
                  <a:lnTo>
                    <a:pt x="572681" y="185470"/>
                  </a:lnTo>
                  <a:lnTo>
                    <a:pt x="3654958" y="185470"/>
                  </a:lnTo>
                  <a:lnTo>
                    <a:pt x="3654958" y="190182"/>
                  </a:lnTo>
                  <a:lnTo>
                    <a:pt x="4432503" y="190182"/>
                  </a:lnTo>
                  <a:lnTo>
                    <a:pt x="4432503" y="185470"/>
                  </a:lnTo>
                  <a:lnTo>
                    <a:pt x="8320278" y="185470"/>
                  </a:lnTo>
                  <a:lnTo>
                    <a:pt x="8320278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7" name="object 343">
              <a:extLst>
                <a:ext uri="{FF2B5EF4-FFF2-40B4-BE49-F238E27FC236}">
                  <a16:creationId xmlns:a16="http://schemas.microsoft.com/office/drawing/2014/main" id="{8FBCE0EC-FD4A-F701-49ED-4386E144FED4}"/>
                </a:ext>
              </a:extLst>
            </p:cNvPr>
            <p:cNvSpPr/>
            <p:nvPr/>
          </p:nvSpPr>
          <p:spPr>
            <a:xfrm>
              <a:off x="1165974" y="7854778"/>
              <a:ext cx="4437380" cy="1132205"/>
            </a:xfrm>
            <a:custGeom>
              <a:avLst/>
              <a:gdLst/>
              <a:ahLst/>
              <a:cxnLst/>
              <a:rect l="l" t="t" r="r" b="b"/>
              <a:pathLst>
                <a:path w="4437380" h="1132204">
                  <a:moveTo>
                    <a:pt x="4437227" y="0"/>
                  </a:moveTo>
                  <a:lnTo>
                    <a:pt x="4437227" y="0"/>
                  </a:lnTo>
                  <a:lnTo>
                    <a:pt x="0" y="0"/>
                  </a:lnTo>
                  <a:lnTo>
                    <a:pt x="0" y="1132103"/>
                  </a:lnTo>
                  <a:lnTo>
                    <a:pt x="4437227" y="1132103"/>
                  </a:lnTo>
                  <a:lnTo>
                    <a:pt x="443722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8" name="object 344">
              <a:extLst>
                <a:ext uri="{FF2B5EF4-FFF2-40B4-BE49-F238E27FC236}">
                  <a16:creationId xmlns:a16="http://schemas.microsoft.com/office/drawing/2014/main" id="{B66A1E39-61F0-0B26-00E1-B993BB33A1F4}"/>
                </a:ext>
              </a:extLst>
            </p:cNvPr>
            <p:cNvSpPr/>
            <p:nvPr/>
          </p:nvSpPr>
          <p:spPr>
            <a:xfrm>
              <a:off x="5598489" y="7854776"/>
              <a:ext cx="1876425" cy="1132205"/>
            </a:xfrm>
            <a:custGeom>
              <a:avLst/>
              <a:gdLst/>
              <a:ahLst/>
              <a:cxnLst/>
              <a:rect l="l" t="t" r="r" b="b"/>
              <a:pathLst>
                <a:path w="1876425" h="1132204">
                  <a:moveTo>
                    <a:pt x="1876372" y="0"/>
                  </a:moveTo>
                  <a:lnTo>
                    <a:pt x="0" y="0"/>
                  </a:lnTo>
                  <a:lnTo>
                    <a:pt x="0" y="1132101"/>
                  </a:lnTo>
                  <a:lnTo>
                    <a:pt x="1876372" y="1132101"/>
                  </a:lnTo>
                  <a:lnTo>
                    <a:pt x="18763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9" name="object 345">
              <a:extLst>
                <a:ext uri="{FF2B5EF4-FFF2-40B4-BE49-F238E27FC236}">
                  <a16:creationId xmlns:a16="http://schemas.microsoft.com/office/drawing/2014/main" id="{D084D02B-7C02-CDDD-2250-A54FE660BF64}"/>
                </a:ext>
              </a:extLst>
            </p:cNvPr>
            <p:cNvSpPr/>
            <p:nvPr/>
          </p:nvSpPr>
          <p:spPr>
            <a:xfrm>
              <a:off x="7470275" y="7854776"/>
              <a:ext cx="2016125" cy="1132205"/>
            </a:xfrm>
            <a:custGeom>
              <a:avLst/>
              <a:gdLst/>
              <a:ahLst/>
              <a:cxnLst/>
              <a:rect l="l" t="t" r="r" b="b"/>
              <a:pathLst>
                <a:path w="2016125" h="1132204">
                  <a:moveTo>
                    <a:pt x="2015990" y="0"/>
                  </a:moveTo>
                  <a:lnTo>
                    <a:pt x="0" y="0"/>
                  </a:lnTo>
                  <a:lnTo>
                    <a:pt x="0" y="1132101"/>
                  </a:lnTo>
                  <a:lnTo>
                    <a:pt x="2015990" y="1132101"/>
                  </a:lnTo>
                  <a:lnTo>
                    <a:pt x="201599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0" name="object 346">
              <a:extLst>
                <a:ext uri="{FF2B5EF4-FFF2-40B4-BE49-F238E27FC236}">
                  <a16:creationId xmlns:a16="http://schemas.microsoft.com/office/drawing/2014/main" id="{7EE0F0FE-1B64-8991-3E9B-51B88EFCE537}"/>
                </a:ext>
              </a:extLst>
            </p:cNvPr>
            <p:cNvSpPr/>
            <p:nvPr/>
          </p:nvSpPr>
          <p:spPr>
            <a:xfrm>
              <a:off x="6881278" y="8771094"/>
              <a:ext cx="19050" cy="0"/>
            </a:xfrm>
            <a:custGeom>
              <a:avLst/>
              <a:gdLst/>
              <a:ahLst/>
              <a:cxnLst/>
              <a:rect l="l" t="t" r="r" b="b"/>
              <a:pathLst>
                <a:path w="19050">
                  <a:moveTo>
                    <a:pt x="0" y="0"/>
                  </a:moveTo>
                  <a:lnTo>
                    <a:pt x="18617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1" name="object 347">
              <a:extLst>
                <a:ext uri="{FF2B5EF4-FFF2-40B4-BE49-F238E27FC236}">
                  <a16:creationId xmlns:a16="http://schemas.microsoft.com/office/drawing/2014/main" id="{910B1B74-401E-C0A1-E38A-A0EE623DA5BB}"/>
                </a:ext>
              </a:extLst>
            </p:cNvPr>
            <p:cNvSpPr/>
            <p:nvPr/>
          </p:nvSpPr>
          <p:spPr>
            <a:xfrm>
              <a:off x="6878984" y="8768800"/>
              <a:ext cx="23495" cy="5080"/>
            </a:xfrm>
            <a:custGeom>
              <a:avLst/>
              <a:gdLst/>
              <a:ahLst/>
              <a:cxnLst/>
              <a:rect l="l" t="t" r="r" b="b"/>
              <a:pathLst>
                <a:path w="23495" h="5079">
                  <a:moveTo>
                    <a:pt x="23266" y="0"/>
                  </a:moveTo>
                  <a:lnTo>
                    <a:pt x="0" y="0"/>
                  </a:lnTo>
                  <a:lnTo>
                    <a:pt x="0" y="4649"/>
                  </a:lnTo>
                  <a:lnTo>
                    <a:pt x="23266" y="4649"/>
                  </a:lnTo>
                  <a:lnTo>
                    <a:pt x="23266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2" name="object 348">
              <a:extLst>
                <a:ext uri="{FF2B5EF4-FFF2-40B4-BE49-F238E27FC236}">
                  <a16:creationId xmlns:a16="http://schemas.microsoft.com/office/drawing/2014/main" id="{1B6278EB-5A28-0110-AD16-AAC404B2C2A0}"/>
                </a:ext>
              </a:extLst>
            </p:cNvPr>
            <p:cNvSpPr/>
            <p:nvPr/>
          </p:nvSpPr>
          <p:spPr>
            <a:xfrm>
              <a:off x="6881278" y="8775726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>
                  <a:moveTo>
                    <a:pt x="0" y="0"/>
                  </a:moveTo>
                  <a:lnTo>
                    <a:pt x="13957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3" name="object 349">
              <a:extLst>
                <a:ext uri="{FF2B5EF4-FFF2-40B4-BE49-F238E27FC236}">
                  <a16:creationId xmlns:a16="http://schemas.microsoft.com/office/drawing/2014/main" id="{ED7F2D04-269C-7894-BE8B-19D1B1C39886}"/>
                </a:ext>
              </a:extLst>
            </p:cNvPr>
            <p:cNvSpPr/>
            <p:nvPr/>
          </p:nvSpPr>
          <p:spPr>
            <a:xfrm>
              <a:off x="6878984" y="8773450"/>
              <a:ext cx="19050" cy="5080"/>
            </a:xfrm>
            <a:custGeom>
              <a:avLst/>
              <a:gdLst/>
              <a:ahLst/>
              <a:cxnLst/>
              <a:rect l="l" t="t" r="r" b="b"/>
              <a:pathLst>
                <a:path w="19050" h="5079">
                  <a:moveTo>
                    <a:pt x="18617" y="0"/>
                  </a:moveTo>
                  <a:lnTo>
                    <a:pt x="0" y="0"/>
                  </a:lnTo>
                  <a:lnTo>
                    <a:pt x="0" y="4628"/>
                  </a:lnTo>
                  <a:lnTo>
                    <a:pt x="18617" y="4628"/>
                  </a:lnTo>
                  <a:lnTo>
                    <a:pt x="18617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4" name="object 350">
              <a:extLst>
                <a:ext uri="{FF2B5EF4-FFF2-40B4-BE49-F238E27FC236}">
                  <a16:creationId xmlns:a16="http://schemas.microsoft.com/office/drawing/2014/main" id="{59A866F0-DB0B-374A-628F-0B5B774AAF58}"/>
                </a:ext>
              </a:extLst>
            </p:cNvPr>
            <p:cNvSpPr/>
            <p:nvPr/>
          </p:nvSpPr>
          <p:spPr>
            <a:xfrm>
              <a:off x="6881278" y="8780359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308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5" name="object 351">
              <a:extLst>
                <a:ext uri="{FF2B5EF4-FFF2-40B4-BE49-F238E27FC236}">
                  <a16:creationId xmlns:a16="http://schemas.microsoft.com/office/drawing/2014/main" id="{842B19EE-17EC-739F-1A34-A4C95DB7EC10}"/>
                </a:ext>
              </a:extLst>
            </p:cNvPr>
            <p:cNvSpPr/>
            <p:nvPr/>
          </p:nvSpPr>
          <p:spPr>
            <a:xfrm>
              <a:off x="6878984" y="8778078"/>
              <a:ext cx="13970" cy="5080"/>
            </a:xfrm>
            <a:custGeom>
              <a:avLst/>
              <a:gdLst/>
              <a:ahLst/>
              <a:cxnLst/>
              <a:rect l="l" t="t" r="r" b="b"/>
              <a:pathLst>
                <a:path w="13970" h="5079">
                  <a:moveTo>
                    <a:pt x="13957" y="0"/>
                  </a:moveTo>
                  <a:lnTo>
                    <a:pt x="0" y="0"/>
                  </a:lnTo>
                  <a:lnTo>
                    <a:pt x="0" y="4638"/>
                  </a:lnTo>
                  <a:lnTo>
                    <a:pt x="13957" y="4638"/>
                  </a:lnTo>
                  <a:lnTo>
                    <a:pt x="13957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6" name="object 352">
              <a:extLst>
                <a:ext uri="{FF2B5EF4-FFF2-40B4-BE49-F238E27FC236}">
                  <a16:creationId xmlns:a16="http://schemas.microsoft.com/office/drawing/2014/main" id="{FE808109-1061-5E75-100E-7DDC2392F009}"/>
                </a:ext>
              </a:extLst>
            </p:cNvPr>
            <p:cNvSpPr/>
            <p:nvPr/>
          </p:nvSpPr>
          <p:spPr>
            <a:xfrm>
              <a:off x="6881278" y="8785001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659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7" name="object 353">
              <a:extLst>
                <a:ext uri="{FF2B5EF4-FFF2-40B4-BE49-F238E27FC236}">
                  <a16:creationId xmlns:a16="http://schemas.microsoft.com/office/drawing/2014/main" id="{6E43349D-A1B7-DC4E-C856-4DBDD084679A}"/>
                </a:ext>
              </a:extLst>
            </p:cNvPr>
            <p:cNvSpPr/>
            <p:nvPr/>
          </p:nvSpPr>
          <p:spPr>
            <a:xfrm>
              <a:off x="6878980" y="8782729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9309" y="0"/>
                  </a:moveTo>
                  <a:lnTo>
                    <a:pt x="0" y="0"/>
                  </a:lnTo>
                  <a:lnTo>
                    <a:pt x="0" y="4610"/>
                  </a:lnTo>
                  <a:lnTo>
                    <a:pt x="0" y="9258"/>
                  </a:lnTo>
                  <a:lnTo>
                    <a:pt x="4660" y="9258"/>
                  </a:lnTo>
                  <a:lnTo>
                    <a:pt x="4660" y="4622"/>
                  </a:lnTo>
                  <a:lnTo>
                    <a:pt x="9309" y="4622"/>
                  </a:lnTo>
                  <a:lnTo>
                    <a:pt x="9309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8" name="object 354">
              <a:extLst>
                <a:ext uri="{FF2B5EF4-FFF2-40B4-BE49-F238E27FC236}">
                  <a16:creationId xmlns:a16="http://schemas.microsoft.com/office/drawing/2014/main" id="{CDFCBE40-048F-D385-5A2D-A9DB01571D57}"/>
                </a:ext>
              </a:extLst>
            </p:cNvPr>
            <p:cNvSpPr/>
            <p:nvPr/>
          </p:nvSpPr>
          <p:spPr>
            <a:xfrm>
              <a:off x="1165974" y="8982284"/>
              <a:ext cx="4437380" cy="222885"/>
            </a:xfrm>
            <a:custGeom>
              <a:avLst/>
              <a:gdLst/>
              <a:ahLst/>
              <a:cxnLst/>
              <a:rect l="l" t="t" r="r" b="b"/>
              <a:pathLst>
                <a:path w="4437380" h="222884">
                  <a:moveTo>
                    <a:pt x="4437227" y="0"/>
                  </a:moveTo>
                  <a:lnTo>
                    <a:pt x="4437227" y="0"/>
                  </a:lnTo>
                  <a:lnTo>
                    <a:pt x="0" y="0"/>
                  </a:lnTo>
                  <a:lnTo>
                    <a:pt x="0" y="222631"/>
                  </a:lnTo>
                  <a:lnTo>
                    <a:pt x="4437227" y="222631"/>
                  </a:lnTo>
                  <a:lnTo>
                    <a:pt x="443722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9" name="object 355">
              <a:extLst>
                <a:ext uri="{FF2B5EF4-FFF2-40B4-BE49-F238E27FC236}">
                  <a16:creationId xmlns:a16="http://schemas.microsoft.com/office/drawing/2014/main" id="{3950030C-6ABE-BD3E-B140-3BD400E0F769}"/>
                </a:ext>
              </a:extLst>
            </p:cNvPr>
            <p:cNvSpPr/>
            <p:nvPr/>
          </p:nvSpPr>
          <p:spPr>
            <a:xfrm>
              <a:off x="5598489" y="8982281"/>
              <a:ext cx="1876425" cy="222885"/>
            </a:xfrm>
            <a:custGeom>
              <a:avLst/>
              <a:gdLst/>
              <a:ahLst/>
              <a:cxnLst/>
              <a:rect l="l" t="t" r="r" b="b"/>
              <a:pathLst>
                <a:path w="1876425" h="222884">
                  <a:moveTo>
                    <a:pt x="1876372" y="0"/>
                  </a:moveTo>
                  <a:lnTo>
                    <a:pt x="0" y="0"/>
                  </a:lnTo>
                  <a:lnTo>
                    <a:pt x="0" y="222621"/>
                  </a:lnTo>
                  <a:lnTo>
                    <a:pt x="1876372" y="222621"/>
                  </a:lnTo>
                  <a:lnTo>
                    <a:pt x="18763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0" name="object 356">
              <a:extLst>
                <a:ext uri="{FF2B5EF4-FFF2-40B4-BE49-F238E27FC236}">
                  <a16:creationId xmlns:a16="http://schemas.microsoft.com/office/drawing/2014/main" id="{CF8A7650-2ED6-C969-9EEA-F65AAED06073}"/>
                </a:ext>
              </a:extLst>
            </p:cNvPr>
            <p:cNvSpPr/>
            <p:nvPr/>
          </p:nvSpPr>
          <p:spPr>
            <a:xfrm>
              <a:off x="7470275" y="8982281"/>
              <a:ext cx="2016125" cy="222885"/>
            </a:xfrm>
            <a:custGeom>
              <a:avLst/>
              <a:gdLst/>
              <a:ahLst/>
              <a:cxnLst/>
              <a:rect l="l" t="t" r="r" b="b"/>
              <a:pathLst>
                <a:path w="2016125" h="222884">
                  <a:moveTo>
                    <a:pt x="2015990" y="0"/>
                  </a:moveTo>
                  <a:lnTo>
                    <a:pt x="0" y="0"/>
                  </a:lnTo>
                  <a:lnTo>
                    <a:pt x="0" y="222621"/>
                  </a:lnTo>
                  <a:lnTo>
                    <a:pt x="2015990" y="222621"/>
                  </a:lnTo>
                  <a:lnTo>
                    <a:pt x="201599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1" name="object 357">
              <a:extLst>
                <a:ext uri="{FF2B5EF4-FFF2-40B4-BE49-F238E27FC236}">
                  <a16:creationId xmlns:a16="http://schemas.microsoft.com/office/drawing/2014/main" id="{A964977D-895B-18E6-6BB8-9A917E483491}"/>
                </a:ext>
              </a:extLst>
            </p:cNvPr>
            <p:cNvSpPr/>
            <p:nvPr/>
          </p:nvSpPr>
          <p:spPr>
            <a:xfrm>
              <a:off x="6881278" y="8989233"/>
              <a:ext cx="19050" cy="0"/>
            </a:xfrm>
            <a:custGeom>
              <a:avLst/>
              <a:gdLst/>
              <a:ahLst/>
              <a:cxnLst/>
              <a:rect l="l" t="t" r="r" b="b"/>
              <a:pathLst>
                <a:path w="19050">
                  <a:moveTo>
                    <a:pt x="0" y="0"/>
                  </a:moveTo>
                  <a:lnTo>
                    <a:pt x="18617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2" name="object 358">
              <a:extLst>
                <a:ext uri="{FF2B5EF4-FFF2-40B4-BE49-F238E27FC236}">
                  <a16:creationId xmlns:a16="http://schemas.microsoft.com/office/drawing/2014/main" id="{9B6F1A6B-A652-DB4F-07EF-38E9930D4461}"/>
                </a:ext>
              </a:extLst>
            </p:cNvPr>
            <p:cNvSpPr/>
            <p:nvPr/>
          </p:nvSpPr>
          <p:spPr>
            <a:xfrm>
              <a:off x="6878984" y="8986878"/>
              <a:ext cx="23495" cy="5080"/>
            </a:xfrm>
            <a:custGeom>
              <a:avLst/>
              <a:gdLst/>
              <a:ahLst/>
              <a:cxnLst/>
              <a:rect l="l" t="t" r="r" b="b"/>
              <a:pathLst>
                <a:path w="23495" h="5079">
                  <a:moveTo>
                    <a:pt x="23266" y="0"/>
                  </a:moveTo>
                  <a:lnTo>
                    <a:pt x="0" y="0"/>
                  </a:lnTo>
                  <a:lnTo>
                    <a:pt x="0" y="4638"/>
                  </a:lnTo>
                  <a:lnTo>
                    <a:pt x="23266" y="4638"/>
                  </a:lnTo>
                  <a:lnTo>
                    <a:pt x="23266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3" name="object 359">
              <a:extLst>
                <a:ext uri="{FF2B5EF4-FFF2-40B4-BE49-F238E27FC236}">
                  <a16:creationId xmlns:a16="http://schemas.microsoft.com/office/drawing/2014/main" id="{B77F0F78-EABE-36D9-64A8-204E91E0B2E6}"/>
                </a:ext>
              </a:extLst>
            </p:cNvPr>
            <p:cNvSpPr/>
            <p:nvPr/>
          </p:nvSpPr>
          <p:spPr>
            <a:xfrm>
              <a:off x="6881278" y="8993866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>
                  <a:moveTo>
                    <a:pt x="0" y="0"/>
                  </a:moveTo>
                  <a:lnTo>
                    <a:pt x="13957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4" name="object 360">
              <a:extLst>
                <a:ext uri="{FF2B5EF4-FFF2-40B4-BE49-F238E27FC236}">
                  <a16:creationId xmlns:a16="http://schemas.microsoft.com/office/drawing/2014/main" id="{55C6CE09-3126-6E19-F82D-4ED8365F2B36}"/>
                </a:ext>
              </a:extLst>
            </p:cNvPr>
            <p:cNvSpPr/>
            <p:nvPr/>
          </p:nvSpPr>
          <p:spPr>
            <a:xfrm>
              <a:off x="6878984" y="8991516"/>
              <a:ext cx="19050" cy="5080"/>
            </a:xfrm>
            <a:custGeom>
              <a:avLst/>
              <a:gdLst/>
              <a:ahLst/>
              <a:cxnLst/>
              <a:rect l="l" t="t" r="r" b="b"/>
              <a:pathLst>
                <a:path w="19050" h="5079">
                  <a:moveTo>
                    <a:pt x="18617" y="0"/>
                  </a:moveTo>
                  <a:lnTo>
                    <a:pt x="0" y="0"/>
                  </a:lnTo>
                  <a:lnTo>
                    <a:pt x="0" y="4638"/>
                  </a:lnTo>
                  <a:lnTo>
                    <a:pt x="18617" y="4638"/>
                  </a:lnTo>
                  <a:lnTo>
                    <a:pt x="18617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5" name="object 361">
              <a:extLst>
                <a:ext uri="{FF2B5EF4-FFF2-40B4-BE49-F238E27FC236}">
                  <a16:creationId xmlns:a16="http://schemas.microsoft.com/office/drawing/2014/main" id="{A378D854-80B2-8EB3-87D1-CFE5CB6E8CDB}"/>
                </a:ext>
              </a:extLst>
            </p:cNvPr>
            <p:cNvSpPr/>
            <p:nvPr/>
          </p:nvSpPr>
          <p:spPr>
            <a:xfrm>
              <a:off x="6881278" y="8998498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308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6" name="object 362">
              <a:extLst>
                <a:ext uri="{FF2B5EF4-FFF2-40B4-BE49-F238E27FC236}">
                  <a16:creationId xmlns:a16="http://schemas.microsoft.com/office/drawing/2014/main" id="{A00614F4-084F-B3BD-4ADA-EF97E69C28E7}"/>
                </a:ext>
              </a:extLst>
            </p:cNvPr>
            <p:cNvSpPr/>
            <p:nvPr/>
          </p:nvSpPr>
          <p:spPr>
            <a:xfrm>
              <a:off x="6878984" y="8996155"/>
              <a:ext cx="13970" cy="5080"/>
            </a:xfrm>
            <a:custGeom>
              <a:avLst/>
              <a:gdLst/>
              <a:ahLst/>
              <a:cxnLst/>
              <a:rect l="l" t="t" r="r" b="b"/>
              <a:pathLst>
                <a:path w="13970" h="5079">
                  <a:moveTo>
                    <a:pt x="13957" y="0"/>
                  </a:moveTo>
                  <a:lnTo>
                    <a:pt x="0" y="0"/>
                  </a:lnTo>
                  <a:lnTo>
                    <a:pt x="0" y="4638"/>
                  </a:lnTo>
                  <a:lnTo>
                    <a:pt x="13957" y="4638"/>
                  </a:lnTo>
                  <a:lnTo>
                    <a:pt x="13957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7" name="object 363">
              <a:extLst>
                <a:ext uri="{FF2B5EF4-FFF2-40B4-BE49-F238E27FC236}">
                  <a16:creationId xmlns:a16="http://schemas.microsoft.com/office/drawing/2014/main" id="{FBB681D1-991A-18CD-7DB8-5830AD43CCB2}"/>
                </a:ext>
              </a:extLst>
            </p:cNvPr>
            <p:cNvSpPr/>
            <p:nvPr/>
          </p:nvSpPr>
          <p:spPr>
            <a:xfrm>
              <a:off x="6881278" y="9003141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659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8" name="object 364">
              <a:extLst>
                <a:ext uri="{FF2B5EF4-FFF2-40B4-BE49-F238E27FC236}">
                  <a16:creationId xmlns:a16="http://schemas.microsoft.com/office/drawing/2014/main" id="{5DD1E5FA-9008-1A5A-7ADA-06E52F326598}"/>
                </a:ext>
              </a:extLst>
            </p:cNvPr>
            <p:cNvSpPr/>
            <p:nvPr/>
          </p:nvSpPr>
          <p:spPr>
            <a:xfrm>
              <a:off x="6878980" y="900080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9309" y="0"/>
                  </a:moveTo>
                  <a:lnTo>
                    <a:pt x="0" y="0"/>
                  </a:lnTo>
                  <a:lnTo>
                    <a:pt x="0" y="4622"/>
                  </a:lnTo>
                  <a:lnTo>
                    <a:pt x="0" y="9258"/>
                  </a:lnTo>
                  <a:lnTo>
                    <a:pt x="4660" y="9258"/>
                  </a:lnTo>
                  <a:lnTo>
                    <a:pt x="4660" y="4622"/>
                  </a:lnTo>
                  <a:lnTo>
                    <a:pt x="9309" y="4622"/>
                  </a:lnTo>
                  <a:lnTo>
                    <a:pt x="9309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9" name="object 365">
              <a:extLst>
                <a:ext uri="{FF2B5EF4-FFF2-40B4-BE49-F238E27FC236}">
                  <a16:creationId xmlns:a16="http://schemas.microsoft.com/office/drawing/2014/main" id="{4D333496-0073-A0E5-5562-3FF5429FDE6D}"/>
                </a:ext>
              </a:extLst>
            </p:cNvPr>
            <p:cNvSpPr/>
            <p:nvPr/>
          </p:nvSpPr>
          <p:spPr>
            <a:xfrm>
              <a:off x="1165974" y="9200305"/>
              <a:ext cx="4437380" cy="222885"/>
            </a:xfrm>
            <a:custGeom>
              <a:avLst/>
              <a:gdLst/>
              <a:ahLst/>
              <a:cxnLst/>
              <a:rect l="l" t="t" r="r" b="b"/>
              <a:pathLst>
                <a:path w="4437380" h="222884">
                  <a:moveTo>
                    <a:pt x="4437227" y="0"/>
                  </a:moveTo>
                  <a:lnTo>
                    <a:pt x="4437227" y="0"/>
                  </a:lnTo>
                  <a:lnTo>
                    <a:pt x="0" y="0"/>
                  </a:lnTo>
                  <a:lnTo>
                    <a:pt x="0" y="222618"/>
                  </a:lnTo>
                  <a:lnTo>
                    <a:pt x="4437227" y="222618"/>
                  </a:lnTo>
                  <a:lnTo>
                    <a:pt x="443722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0" name="object 366">
              <a:extLst>
                <a:ext uri="{FF2B5EF4-FFF2-40B4-BE49-F238E27FC236}">
                  <a16:creationId xmlns:a16="http://schemas.microsoft.com/office/drawing/2014/main" id="{8D8560AB-49D3-46CD-7506-7BA305258410}"/>
                </a:ext>
              </a:extLst>
            </p:cNvPr>
            <p:cNvSpPr/>
            <p:nvPr/>
          </p:nvSpPr>
          <p:spPr>
            <a:xfrm>
              <a:off x="5598489" y="9200295"/>
              <a:ext cx="1876425" cy="222885"/>
            </a:xfrm>
            <a:custGeom>
              <a:avLst/>
              <a:gdLst/>
              <a:ahLst/>
              <a:cxnLst/>
              <a:rect l="l" t="t" r="r" b="b"/>
              <a:pathLst>
                <a:path w="1876425" h="222884">
                  <a:moveTo>
                    <a:pt x="1876372" y="0"/>
                  </a:moveTo>
                  <a:lnTo>
                    <a:pt x="0" y="0"/>
                  </a:lnTo>
                  <a:lnTo>
                    <a:pt x="0" y="222621"/>
                  </a:lnTo>
                  <a:lnTo>
                    <a:pt x="1876372" y="222621"/>
                  </a:lnTo>
                  <a:lnTo>
                    <a:pt x="18763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1" name="object 367">
              <a:extLst>
                <a:ext uri="{FF2B5EF4-FFF2-40B4-BE49-F238E27FC236}">
                  <a16:creationId xmlns:a16="http://schemas.microsoft.com/office/drawing/2014/main" id="{9F3FC009-F642-B4AC-5ECD-4A6C94711712}"/>
                </a:ext>
              </a:extLst>
            </p:cNvPr>
            <p:cNvSpPr/>
            <p:nvPr/>
          </p:nvSpPr>
          <p:spPr>
            <a:xfrm>
              <a:off x="7470275" y="9200295"/>
              <a:ext cx="2016125" cy="222885"/>
            </a:xfrm>
            <a:custGeom>
              <a:avLst/>
              <a:gdLst/>
              <a:ahLst/>
              <a:cxnLst/>
              <a:rect l="l" t="t" r="r" b="b"/>
              <a:pathLst>
                <a:path w="2016125" h="222884">
                  <a:moveTo>
                    <a:pt x="2015990" y="0"/>
                  </a:moveTo>
                  <a:lnTo>
                    <a:pt x="0" y="0"/>
                  </a:lnTo>
                  <a:lnTo>
                    <a:pt x="0" y="222621"/>
                  </a:lnTo>
                  <a:lnTo>
                    <a:pt x="2015990" y="222621"/>
                  </a:lnTo>
                  <a:lnTo>
                    <a:pt x="201599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2" name="object 368">
              <a:extLst>
                <a:ext uri="{FF2B5EF4-FFF2-40B4-BE49-F238E27FC236}">
                  <a16:creationId xmlns:a16="http://schemas.microsoft.com/office/drawing/2014/main" id="{D012C9E9-59C1-F0A1-E29A-5100EEA4B388}"/>
                </a:ext>
              </a:extLst>
            </p:cNvPr>
            <p:cNvSpPr/>
            <p:nvPr/>
          </p:nvSpPr>
          <p:spPr>
            <a:xfrm>
              <a:off x="6881278" y="9207191"/>
              <a:ext cx="19050" cy="0"/>
            </a:xfrm>
            <a:custGeom>
              <a:avLst/>
              <a:gdLst/>
              <a:ahLst/>
              <a:cxnLst/>
              <a:rect l="l" t="t" r="r" b="b"/>
              <a:pathLst>
                <a:path w="19050">
                  <a:moveTo>
                    <a:pt x="0" y="0"/>
                  </a:moveTo>
                  <a:lnTo>
                    <a:pt x="18617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3" name="object 369">
              <a:extLst>
                <a:ext uri="{FF2B5EF4-FFF2-40B4-BE49-F238E27FC236}">
                  <a16:creationId xmlns:a16="http://schemas.microsoft.com/office/drawing/2014/main" id="{7B041BD9-EAF5-3A68-7708-CD765D0B709D}"/>
                </a:ext>
              </a:extLst>
            </p:cNvPr>
            <p:cNvSpPr/>
            <p:nvPr/>
          </p:nvSpPr>
          <p:spPr>
            <a:xfrm>
              <a:off x="6878984" y="9204902"/>
              <a:ext cx="23495" cy="5080"/>
            </a:xfrm>
            <a:custGeom>
              <a:avLst/>
              <a:gdLst/>
              <a:ahLst/>
              <a:cxnLst/>
              <a:rect l="l" t="t" r="r" b="b"/>
              <a:pathLst>
                <a:path w="23495" h="5079">
                  <a:moveTo>
                    <a:pt x="23266" y="0"/>
                  </a:moveTo>
                  <a:lnTo>
                    <a:pt x="0" y="0"/>
                  </a:lnTo>
                  <a:lnTo>
                    <a:pt x="0" y="4628"/>
                  </a:lnTo>
                  <a:lnTo>
                    <a:pt x="23266" y="4628"/>
                  </a:lnTo>
                  <a:lnTo>
                    <a:pt x="23266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4" name="object 370">
              <a:extLst>
                <a:ext uri="{FF2B5EF4-FFF2-40B4-BE49-F238E27FC236}">
                  <a16:creationId xmlns:a16="http://schemas.microsoft.com/office/drawing/2014/main" id="{F21B09B0-66A5-281B-1C73-565C63D5B920}"/>
                </a:ext>
              </a:extLst>
            </p:cNvPr>
            <p:cNvSpPr/>
            <p:nvPr/>
          </p:nvSpPr>
          <p:spPr>
            <a:xfrm>
              <a:off x="6881278" y="9211823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>
                  <a:moveTo>
                    <a:pt x="0" y="0"/>
                  </a:moveTo>
                  <a:lnTo>
                    <a:pt x="13957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5" name="object 371">
              <a:extLst>
                <a:ext uri="{FF2B5EF4-FFF2-40B4-BE49-F238E27FC236}">
                  <a16:creationId xmlns:a16="http://schemas.microsoft.com/office/drawing/2014/main" id="{3484C743-EE36-7E29-B751-E5DE86332487}"/>
                </a:ext>
              </a:extLst>
            </p:cNvPr>
            <p:cNvSpPr/>
            <p:nvPr/>
          </p:nvSpPr>
          <p:spPr>
            <a:xfrm>
              <a:off x="6878984" y="9209520"/>
              <a:ext cx="19050" cy="5080"/>
            </a:xfrm>
            <a:custGeom>
              <a:avLst/>
              <a:gdLst/>
              <a:ahLst/>
              <a:cxnLst/>
              <a:rect l="l" t="t" r="r" b="b"/>
              <a:pathLst>
                <a:path w="19050" h="5079">
                  <a:moveTo>
                    <a:pt x="18617" y="0"/>
                  </a:moveTo>
                  <a:lnTo>
                    <a:pt x="0" y="0"/>
                  </a:lnTo>
                  <a:lnTo>
                    <a:pt x="0" y="4649"/>
                  </a:lnTo>
                  <a:lnTo>
                    <a:pt x="18617" y="4649"/>
                  </a:lnTo>
                  <a:lnTo>
                    <a:pt x="18617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6" name="object 372">
              <a:extLst>
                <a:ext uri="{FF2B5EF4-FFF2-40B4-BE49-F238E27FC236}">
                  <a16:creationId xmlns:a16="http://schemas.microsoft.com/office/drawing/2014/main" id="{A24B7605-66B9-B1F8-B476-3F3A4E1CC27C}"/>
                </a:ext>
              </a:extLst>
            </p:cNvPr>
            <p:cNvSpPr/>
            <p:nvPr/>
          </p:nvSpPr>
          <p:spPr>
            <a:xfrm>
              <a:off x="6881278" y="9216454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308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7" name="object 373">
              <a:extLst>
                <a:ext uri="{FF2B5EF4-FFF2-40B4-BE49-F238E27FC236}">
                  <a16:creationId xmlns:a16="http://schemas.microsoft.com/office/drawing/2014/main" id="{81B44847-BFF3-0C19-92A6-29B1EEB876A1}"/>
                </a:ext>
              </a:extLst>
            </p:cNvPr>
            <p:cNvSpPr/>
            <p:nvPr/>
          </p:nvSpPr>
          <p:spPr>
            <a:xfrm>
              <a:off x="6878984" y="9214169"/>
              <a:ext cx="13970" cy="5080"/>
            </a:xfrm>
            <a:custGeom>
              <a:avLst/>
              <a:gdLst/>
              <a:ahLst/>
              <a:cxnLst/>
              <a:rect l="l" t="t" r="r" b="b"/>
              <a:pathLst>
                <a:path w="13970" h="5079">
                  <a:moveTo>
                    <a:pt x="13957" y="0"/>
                  </a:moveTo>
                  <a:lnTo>
                    <a:pt x="0" y="0"/>
                  </a:lnTo>
                  <a:lnTo>
                    <a:pt x="0" y="4638"/>
                  </a:lnTo>
                  <a:lnTo>
                    <a:pt x="13957" y="4638"/>
                  </a:lnTo>
                  <a:lnTo>
                    <a:pt x="13957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8" name="object 374">
              <a:extLst>
                <a:ext uri="{FF2B5EF4-FFF2-40B4-BE49-F238E27FC236}">
                  <a16:creationId xmlns:a16="http://schemas.microsoft.com/office/drawing/2014/main" id="{30E0FB4E-42F1-4E70-AF56-53FC36B923A1}"/>
                </a:ext>
              </a:extLst>
            </p:cNvPr>
            <p:cNvSpPr/>
            <p:nvPr/>
          </p:nvSpPr>
          <p:spPr>
            <a:xfrm>
              <a:off x="6881278" y="9221086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659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9" name="object 375">
              <a:extLst>
                <a:ext uri="{FF2B5EF4-FFF2-40B4-BE49-F238E27FC236}">
                  <a16:creationId xmlns:a16="http://schemas.microsoft.com/office/drawing/2014/main" id="{3AAA8855-8145-D244-EB23-8C32C0793245}"/>
                </a:ext>
              </a:extLst>
            </p:cNvPr>
            <p:cNvSpPr/>
            <p:nvPr/>
          </p:nvSpPr>
          <p:spPr>
            <a:xfrm>
              <a:off x="6878980" y="9218809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9309" y="0"/>
                  </a:moveTo>
                  <a:lnTo>
                    <a:pt x="0" y="0"/>
                  </a:lnTo>
                  <a:lnTo>
                    <a:pt x="0" y="4635"/>
                  </a:lnTo>
                  <a:lnTo>
                    <a:pt x="0" y="9271"/>
                  </a:lnTo>
                  <a:lnTo>
                    <a:pt x="4660" y="9271"/>
                  </a:lnTo>
                  <a:lnTo>
                    <a:pt x="4660" y="4635"/>
                  </a:lnTo>
                  <a:lnTo>
                    <a:pt x="9309" y="4635"/>
                  </a:lnTo>
                  <a:lnTo>
                    <a:pt x="9309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0" name="object 376">
              <a:extLst>
                <a:ext uri="{FF2B5EF4-FFF2-40B4-BE49-F238E27FC236}">
                  <a16:creationId xmlns:a16="http://schemas.microsoft.com/office/drawing/2014/main" id="{444EB7BA-FF83-220E-839E-B7B0DFBF525A}"/>
                </a:ext>
              </a:extLst>
            </p:cNvPr>
            <p:cNvSpPr/>
            <p:nvPr/>
          </p:nvSpPr>
          <p:spPr>
            <a:xfrm>
              <a:off x="1165974" y="9418288"/>
              <a:ext cx="4437380" cy="236854"/>
            </a:xfrm>
            <a:custGeom>
              <a:avLst/>
              <a:gdLst/>
              <a:ahLst/>
              <a:cxnLst/>
              <a:rect l="l" t="t" r="r" b="b"/>
              <a:pathLst>
                <a:path w="4437380" h="236854">
                  <a:moveTo>
                    <a:pt x="4437227" y="0"/>
                  </a:moveTo>
                  <a:lnTo>
                    <a:pt x="4437227" y="0"/>
                  </a:lnTo>
                  <a:lnTo>
                    <a:pt x="0" y="0"/>
                  </a:lnTo>
                  <a:lnTo>
                    <a:pt x="0" y="236677"/>
                  </a:lnTo>
                  <a:lnTo>
                    <a:pt x="4437227" y="236677"/>
                  </a:lnTo>
                  <a:lnTo>
                    <a:pt x="4437227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1" name="object 377">
              <a:extLst>
                <a:ext uri="{FF2B5EF4-FFF2-40B4-BE49-F238E27FC236}">
                  <a16:creationId xmlns:a16="http://schemas.microsoft.com/office/drawing/2014/main" id="{4E2772DE-D581-4D68-BA4F-9B6308DED6DF}"/>
                </a:ext>
              </a:extLst>
            </p:cNvPr>
            <p:cNvSpPr/>
            <p:nvPr/>
          </p:nvSpPr>
          <p:spPr>
            <a:xfrm>
              <a:off x="5598489" y="9418279"/>
              <a:ext cx="1876425" cy="236854"/>
            </a:xfrm>
            <a:custGeom>
              <a:avLst/>
              <a:gdLst/>
              <a:ahLst/>
              <a:cxnLst/>
              <a:rect l="l" t="t" r="r" b="b"/>
              <a:pathLst>
                <a:path w="1876425" h="236854">
                  <a:moveTo>
                    <a:pt x="1876372" y="0"/>
                  </a:moveTo>
                  <a:lnTo>
                    <a:pt x="0" y="0"/>
                  </a:lnTo>
                  <a:lnTo>
                    <a:pt x="0" y="236683"/>
                  </a:lnTo>
                  <a:lnTo>
                    <a:pt x="1876372" y="236683"/>
                  </a:lnTo>
                  <a:lnTo>
                    <a:pt x="18763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2" name="object 378">
              <a:extLst>
                <a:ext uri="{FF2B5EF4-FFF2-40B4-BE49-F238E27FC236}">
                  <a16:creationId xmlns:a16="http://schemas.microsoft.com/office/drawing/2014/main" id="{A1360FEE-1ED8-ACD7-4310-C873659F0751}"/>
                </a:ext>
              </a:extLst>
            </p:cNvPr>
            <p:cNvSpPr/>
            <p:nvPr/>
          </p:nvSpPr>
          <p:spPr>
            <a:xfrm>
              <a:off x="7470275" y="9418279"/>
              <a:ext cx="2016125" cy="236854"/>
            </a:xfrm>
            <a:custGeom>
              <a:avLst/>
              <a:gdLst/>
              <a:ahLst/>
              <a:cxnLst/>
              <a:rect l="l" t="t" r="r" b="b"/>
              <a:pathLst>
                <a:path w="2016125" h="236854">
                  <a:moveTo>
                    <a:pt x="2015990" y="0"/>
                  </a:moveTo>
                  <a:lnTo>
                    <a:pt x="0" y="0"/>
                  </a:lnTo>
                  <a:lnTo>
                    <a:pt x="0" y="236683"/>
                  </a:lnTo>
                  <a:lnTo>
                    <a:pt x="2015990" y="236683"/>
                  </a:lnTo>
                  <a:lnTo>
                    <a:pt x="201599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3" name="object 379">
              <a:extLst>
                <a:ext uri="{FF2B5EF4-FFF2-40B4-BE49-F238E27FC236}">
                  <a16:creationId xmlns:a16="http://schemas.microsoft.com/office/drawing/2014/main" id="{4DEF0E74-C1E8-52AC-9349-D044636766E9}"/>
                </a:ext>
              </a:extLst>
            </p:cNvPr>
            <p:cNvSpPr/>
            <p:nvPr/>
          </p:nvSpPr>
          <p:spPr>
            <a:xfrm>
              <a:off x="6881278" y="9425198"/>
              <a:ext cx="19050" cy="0"/>
            </a:xfrm>
            <a:custGeom>
              <a:avLst/>
              <a:gdLst/>
              <a:ahLst/>
              <a:cxnLst/>
              <a:rect l="l" t="t" r="r" b="b"/>
              <a:pathLst>
                <a:path w="19050">
                  <a:moveTo>
                    <a:pt x="0" y="0"/>
                  </a:moveTo>
                  <a:lnTo>
                    <a:pt x="18617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4" name="object 380">
              <a:extLst>
                <a:ext uri="{FF2B5EF4-FFF2-40B4-BE49-F238E27FC236}">
                  <a16:creationId xmlns:a16="http://schemas.microsoft.com/office/drawing/2014/main" id="{EC145341-3912-08C8-021F-F310D39676B0}"/>
                </a:ext>
              </a:extLst>
            </p:cNvPr>
            <p:cNvSpPr/>
            <p:nvPr/>
          </p:nvSpPr>
          <p:spPr>
            <a:xfrm>
              <a:off x="6878984" y="9422885"/>
              <a:ext cx="23495" cy="5080"/>
            </a:xfrm>
            <a:custGeom>
              <a:avLst/>
              <a:gdLst/>
              <a:ahLst/>
              <a:cxnLst/>
              <a:rect l="l" t="t" r="r" b="b"/>
              <a:pathLst>
                <a:path w="23495" h="5079">
                  <a:moveTo>
                    <a:pt x="23266" y="0"/>
                  </a:moveTo>
                  <a:lnTo>
                    <a:pt x="0" y="0"/>
                  </a:lnTo>
                  <a:lnTo>
                    <a:pt x="0" y="4785"/>
                  </a:lnTo>
                  <a:lnTo>
                    <a:pt x="23266" y="4785"/>
                  </a:lnTo>
                  <a:lnTo>
                    <a:pt x="23266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5" name="object 381">
              <a:extLst>
                <a:ext uri="{FF2B5EF4-FFF2-40B4-BE49-F238E27FC236}">
                  <a16:creationId xmlns:a16="http://schemas.microsoft.com/office/drawing/2014/main" id="{5EAC0FD4-C2B3-180E-2679-217B385E32BB}"/>
                </a:ext>
              </a:extLst>
            </p:cNvPr>
            <p:cNvSpPr/>
            <p:nvPr/>
          </p:nvSpPr>
          <p:spPr>
            <a:xfrm>
              <a:off x="6881278" y="9430024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>
                  <a:moveTo>
                    <a:pt x="0" y="0"/>
                  </a:moveTo>
                  <a:lnTo>
                    <a:pt x="13957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6" name="object 382">
              <a:extLst>
                <a:ext uri="{FF2B5EF4-FFF2-40B4-BE49-F238E27FC236}">
                  <a16:creationId xmlns:a16="http://schemas.microsoft.com/office/drawing/2014/main" id="{1CAD8F41-A1BC-E556-27A9-44900C4A283F}"/>
                </a:ext>
              </a:extLst>
            </p:cNvPr>
            <p:cNvSpPr/>
            <p:nvPr/>
          </p:nvSpPr>
          <p:spPr>
            <a:xfrm>
              <a:off x="6878984" y="9427670"/>
              <a:ext cx="19050" cy="5080"/>
            </a:xfrm>
            <a:custGeom>
              <a:avLst/>
              <a:gdLst/>
              <a:ahLst/>
              <a:cxnLst/>
              <a:rect l="l" t="t" r="r" b="b"/>
              <a:pathLst>
                <a:path w="19050" h="5079">
                  <a:moveTo>
                    <a:pt x="18617" y="0"/>
                  </a:moveTo>
                  <a:lnTo>
                    <a:pt x="0" y="0"/>
                  </a:lnTo>
                  <a:lnTo>
                    <a:pt x="0" y="4638"/>
                  </a:lnTo>
                  <a:lnTo>
                    <a:pt x="18617" y="4638"/>
                  </a:lnTo>
                  <a:lnTo>
                    <a:pt x="18617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7" name="object 383">
              <a:extLst>
                <a:ext uri="{FF2B5EF4-FFF2-40B4-BE49-F238E27FC236}">
                  <a16:creationId xmlns:a16="http://schemas.microsoft.com/office/drawing/2014/main" id="{EBDC77A5-960F-DFEC-E4C8-7275FE162847}"/>
                </a:ext>
              </a:extLst>
            </p:cNvPr>
            <p:cNvSpPr/>
            <p:nvPr/>
          </p:nvSpPr>
          <p:spPr>
            <a:xfrm>
              <a:off x="6881278" y="9434656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308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8" name="object 384">
              <a:extLst>
                <a:ext uri="{FF2B5EF4-FFF2-40B4-BE49-F238E27FC236}">
                  <a16:creationId xmlns:a16="http://schemas.microsoft.com/office/drawing/2014/main" id="{7D851AA5-80BF-CCCA-CA87-9019CFF2E0A4}"/>
                </a:ext>
              </a:extLst>
            </p:cNvPr>
            <p:cNvSpPr/>
            <p:nvPr/>
          </p:nvSpPr>
          <p:spPr>
            <a:xfrm>
              <a:off x="6878984" y="9432310"/>
              <a:ext cx="13970" cy="5080"/>
            </a:xfrm>
            <a:custGeom>
              <a:avLst/>
              <a:gdLst/>
              <a:ahLst/>
              <a:cxnLst/>
              <a:rect l="l" t="t" r="r" b="b"/>
              <a:pathLst>
                <a:path w="13970" h="5079">
                  <a:moveTo>
                    <a:pt x="13957" y="0"/>
                  </a:moveTo>
                  <a:lnTo>
                    <a:pt x="0" y="0"/>
                  </a:lnTo>
                  <a:lnTo>
                    <a:pt x="0" y="4638"/>
                  </a:lnTo>
                  <a:lnTo>
                    <a:pt x="13957" y="4638"/>
                  </a:lnTo>
                  <a:lnTo>
                    <a:pt x="13957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9" name="object 385">
              <a:extLst>
                <a:ext uri="{FF2B5EF4-FFF2-40B4-BE49-F238E27FC236}">
                  <a16:creationId xmlns:a16="http://schemas.microsoft.com/office/drawing/2014/main" id="{2EB916D6-BA1E-F9AF-2ADC-C0B12194A04F}"/>
                </a:ext>
              </a:extLst>
            </p:cNvPr>
            <p:cNvSpPr/>
            <p:nvPr/>
          </p:nvSpPr>
          <p:spPr>
            <a:xfrm>
              <a:off x="6881278" y="9439288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659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0" name="object 386">
              <a:extLst>
                <a:ext uri="{FF2B5EF4-FFF2-40B4-BE49-F238E27FC236}">
                  <a16:creationId xmlns:a16="http://schemas.microsoft.com/office/drawing/2014/main" id="{DD81A818-1736-5CDE-7ADA-A71EF87C8A66}"/>
                </a:ext>
              </a:extLst>
            </p:cNvPr>
            <p:cNvSpPr/>
            <p:nvPr/>
          </p:nvSpPr>
          <p:spPr>
            <a:xfrm>
              <a:off x="6878980" y="9436944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9309" y="0"/>
                  </a:moveTo>
                  <a:lnTo>
                    <a:pt x="0" y="0"/>
                  </a:lnTo>
                  <a:lnTo>
                    <a:pt x="0" y="4635"/>
                  </a:lnTo>
                  <a:lnTo>
                    <a:pt x="0" y="9271"/>
                  </a:lnTo>
                  <a:lnTo>
                    <a:pt x="4660" y="9271"/>
                  </a:lnTo>
                  <a:lnTo>
                    <a:pt x="4660" y="4635"/>
                  </a:lnTo>
                  <a:lnTo>
                    <a:pt x="9309" y="4635"/>
                  </a:lnTo>
                  <a:lnTo>
                    <a:pt x="9309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1" name="object 387">
              <a:extLst>
                <a:ext uri="{FF2B5EF4-FFF2-40B4-BE49-F238E27FC236}">
                  <a16:creationId xmlns:a16="http://schemas.microsoft.com/office/drawing/2014/main" id="{A0736FAF-6C78-FBE4-7600-45BE540F0BA6}"/>
                </a:ext>
              </a:extLst>
            </p:cNvPr>
            <p:cNvSpPr/>
            <p:nvPr/>
          </p:nvSpPr>
          <p:spPr>
            <a:xfrm>
              <a:off x="1165974" y="9650292"/>
              <a:ext cx="4437380" cy="584835"/>
            </a:xfrm>
            <a:custGeom>
              <a:avLst/>
              <a:gdLst/>
              <a:ahLst/>
              <a:cxnLst/>
              <a:rect l="l" t="t" r="r" b="b"/>
              <a:pathLst>
                <a:path w="4437380" h="584834">
                  <a:moveTo>
                    <a:pt x="4437227" y="12"/>
                  </a:moveTo>
                  <a:lnTo>
                    <a:pt x="3659619" y="12"/>
                  </a:lnTo>
                  <a:lnTo>
                    <a:pt x="3654958" y="12"/>
                  </a:lnTo>
                  <a:lnTo>
                    <a:pt x="577329" y="12"/>
                  </a:lnTo>
                  <a:lnTo>
                    <a:pt x="0" y="0"/>
                  </a:lnTo>
                  <a:lnTo>
                    <a:pt x="0" y="584593"/>
                  </a:lnTo>
                  <a:lnTo>
                    <a:pt x="572681" y="584593"/>
                  </a:lnTo>
                  <a:lnTo>
                    <a:pt x="577329" y="584593"/>
                  </a:lnTo>
                  <a:lnTo>
                    <a:pt x="3654958" y="584593"/>
                  </a:lnTo>
                  <a:lnTo>
                    <a:pt x="3659619" y="584593"/>
                  </a:lnTo>
                  <a:lnTo>
                    <a:pt x="4437227" y="584593"/>
                  </a:lnTo>
                  <a:lnTo>
                    <a:pt x="4437227" y="12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2" name="object 388">
              <a:extLst>
                <a:ext uri="{FF2B5EF4-FFF2-40B4-BE49-F238E27FC236}">
                  <a16:creationId xmlns:a16="http://schemas.microsoft.com/office/drawing/2014/main" id="{CA37DF7E-F580-C095-408E-D0CEF9AE011A}"/>
                </a:ext>
              </a:extLst>
            </p:cNvPr>
            <p:cNvSpPr/>
            <p:nvPr/>
          </p:nvSpPr>
          <p:spPr>
            <a:xfrm>
              <a:off x="5598489" y="9650292"/>
              <a:ext cx="1876425" cy="584835"/>
            </a:xfrm>
            <a:custGeom>
              <a:avLst/>
              <a:gdLst/>
              <a:ahLst/>
              <a:cxnLst/>
              <a:rect l="l" t="t" r="r" b="b"/>
              <a:pathLst>
                <a:path w="1876425" h="584834">
                  <a:moveTo>
                    <a:pt x="1876372" y="0"/>
                  </a:moveTo>
                  <a:lnTo>
                    <a:pt x="0" y="0"/>
                  </a:lnTo>
                  <a:lnTo>
                    <a:pt x="0" y="584589"/>
                  </a:lnTo>
                  <a:lnTo>
                    <a:pt x="1876372" y="584589"/>
                  </a:lnTo>
                  <a:lnTo>
                    <a:pt x="18763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3" name="object 389">
              <a:extLst>
                <a:ext uri="{FF2B5EF4-FFF2-40B4-BE49-F238E27FC236}">
                  <a16:creationId xmlns:a16="http://schemas.microsoft.com/office/drawing/2014/main" id="{C578D110-39EC-7F58-A5AB-7433C3FF8637}"/>
                </a:ext>
              </a:extLst>
            </p:cNvPr>
            <p:cNvSpPr/>
            <p:nvPr/>
          </p:nvSpPr>
          <p:spPr>
            <a:xfrm>
              <a:off x="7470275" y="9650281"/>
              <a:ext cx="2016125" cy="584835"/>
            </a:xfrm>
            <a:custGeom>
              <a:avLst/>
              <a:gdLst/>
              <a:ahLst/>
              <a:cxnLst/>
              <a:rect l="l" t="t" r="r" b="b"/>
              <a:pathLst>
                <a:path w="2016125" h="584834">
                  <a:moveTo>
                    <a:pt x="2015990" y="0"/>
                  </a:moveTo>
                  <a:lnTo>
                    <a:pt x="0" y="0"/>
                  </a:lnTo>
                  <a:lnTo>
                    <a:pt x="0" y="584600"/>
                  </a:lnTo>
                  <a:lnTo>
                    <a:pt x="2015990" y="584600"/>
                  </a:lnTo>
                  <a:lnTo>
                    <a:pt x="2015990" y="0"/>
                  </a:lnTo>
                  <a:close/>
                </a:path>
              </a:pathLst>
            </a:custGeom>
            <a:solidFill>
              <a:srgbClr val="BFBFB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4" name="object 390">
              <a:extLst>
                <a:ext uri="{FF2B5EF4-FFF2-40B4-BE49-F238E27FC236}">
                  <a16:creationId xmlns:a16="http://schemas.microsoft.com/office/drawing/2014/main" id="{EC369DDC-7039-216B-AC3E-F028A3B8DE9D}"/>
                </a:ext>
              </a:extLst>
            </p:cNvPr>
            <p:cNvSpPr/>
            <p:nvPr/>
          </p:nvSpPr>
          <p:spPr>
            <a:xfrm>
              <a:off x="6881278" y="10005156"/>
              <a:ext cx="19050" cy="0"/>
            </a:xfrm>
            <a:custGeom>
              <a:avLst/>
              <a:gdLst/>
              <a:ahLst/>
              <a:cxnLst/>
              <a:rect l="l" t="t" r="r" b="b"/>
              <a:pathLst>
                <a:path w="19050">
                  <a:moveTo>
                    <a:pt x="0" y="0"/>
                  </a:moveTo>
                  <a:lnTo>
                    <a:pt x="18617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5" name="object 391">
              <a:extLst>
                <a:ext uri="{FF2B5EF4-FFF2-40B4-BE49-F238E27FC236}">
                  <a16:creationId xmlns:a16="http://schemas.microsoft.com/office/drawing/2014/main" id="{9CEFC1C1-76E2-2BAE-8268-9B03462BC8AE}"/>
                </a:ext>
              </a:extLst>
            </p:cNvPr>
            <p:cNvSpPr/>
            <p:nvPr/>
          </p:nvSpPr>
          <p:spPr>
            <a:xfrm>
              <a:off x="6878984" y="10002826"/>
              <a:ext cx="23495" cy="5080"/>
            </a:xfrm>
            <a:custGeom>
              <a:avLst/>
              <a:gdLst/>
              <a:ahLst/>
              <a:cxnLst/>
              <a:rect l="l" t="t" r="r" b="b"/>
              <a:pathLst>
                <a:path w="23495" h="5079">
                  <a:moveTo>
                    <a:pt x="23266" y="0"/>
                  </a:moveTo>
                  <a:lnTo>
                    <a:pt x="0" y="0"/>
                  </a:lnTo>
                  <a:lnTo>
                    <a:pt x="0" y="4649"/>
                  </a:lnTo>
                  <a:lnTo>
                    <a:pt x="23266" y="4649"/>
                  </a:lnTo>
                  <a:lnTo>
                    <a:pt x="23266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6" name="object 392">
              <a:extLst>
                <a:ext uri="{FF2B5EF4-FFF2-40B4-BE49-F238E27FC236}">
                  <a16:creationId xmlns:a16="http://schemas.microsoft.com/office/drawing/2014/main" id="{D5104A40-4E7C-9209-28AA-CF1F0210F300}"/>
                </a:ext>
              </a:extLst>
            </p:cNvPr>
            <p:cNvSpPr/>
            <p:nvPr/>
          </p:nvSpPr>
          <p:spPr>
            <a:xfrm>
              <a:off x="6881278" y="10009788"/>
              <a:ext cx="13970" cy="0"/>
            </a:xfrm>
            <a:custGeom>
              <a:avLst/>
              <a:gdLst/>
              <a:ahLst/>
              <a:cxnLst/>
              <a:rect l="l" t="t" r="r" b="b"/>
              <a:pathLst>
                <a:path w="13970">
                  <a:moveTo>
                    <a:pt x="0" y="0"/>
                  </a:moveTo>
                  <a:lnTo>
                    <a:pt x="13957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7" name="object 393">
              <a:extLst>
                <a:ext uri="{FF2B5EF4-FFF2-40B4-BE49-F238E27FC236}">
                  <a16:creationId xmlns:a16="http://schemas.microsoft.com/office/drawing/2014/main" id="{45F111FE-DF30-2F18-1FB6-4D41F06C78DC}"/>
                </a:ext>
              </a:extLst>
            </p:cNvPr>
            <p:cNvSpPr/>
            <p:nvPr/>
          </p:nvSpPr>
          <p:spPr>
            <a:xfrm>
              <a:off x="6878984" y="10007475"/>
              <a:ext cx="19050" cy="5080"/>
            </a:xfrm>
            <a:custGeom>
              <a:avLst/>
              <a:gdLst/>
              <a:ahLst/>
              <a:cxnLst/>
              <a:rect l="l" t="t" r="r" b="b"/>
              <a:pathLst>
                <a:path w="19050" h="5079">
                  <a:moveTo>
                    <a:pt x="18617" y="0"/>
                  </a:moveTo>
                  <a:lnTo>
                    <a:pt x="0" y="0"/>
                  </a:lnTo>
                  <a:lnTo>
                    <a:pt x="0" y="4628"/>
                  </a:lnTo>
                  <a:lnTo>
                    <a:pt x="18617" y="4628"/>
                  </a:lnTo>
                  <a:lnTo>
                    <a:pt x="18617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8" name="object 394">
              <a:extLst>
                <a:ext uri="{FF2B5EF4-FFF2-40B4-BE49-F238E27FC236}">
                  <a16:creationId xmlns:a16="http://schemas.microsoft.com/office/drawing/2014/main" id="{488EC724-77A9-96AF-DF9D-E73CBE089FEF}"/>
                </a:ext>
              </a:extLst>
            </p:cNvPr>
            <p:cNvSpPr/>
            <p:nvPr/>
          </p:nvSpPr>
          <p:spPr>
            <a:xfrm>
              <a:off x="6881278" y="10014430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308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9" name="object 395">
              <a:extLst>
                <a:ext uri="{FF2B5EF4-FFF2-40B4-BE49-F238E27FC236}">
                  <a16:creationId xmlns:a16="http://schemas.microsoft.com/office/drawing/2014/main" id="{F9AA699C-0806-3925-574A-1613D97C1F1B}"/>
                </a:ext>
              </a:extLst>
            </p:cNvPr>
            <p:cNvSpPr/>
            <p:nvPr/>
          </p:nvSpPr>
          <p:spPr>
            <a:xfrm>
              <a:off x="6878984" y="10012103"/>
              <a:ext cx="13970" cy="5080"/>
            </a:xfrm>
            <a:custGeom>
              <a:avLst/>
              <a:gdLst/>
              <a:ahLst/>
              <a:cxnLst/>
              <a:rect l="l" t="t" r="r" b="b"/>
              <a:pathLst>
                <a:path w="13970" h="5079">
                  <a:moveTo>
                    <a:pt x="13957" y="0"/>
                  </a:moveTo>
                  <a:lnTo>
                    <a:pt x="0" y="0"/>
                  </a:lnTo>
                  <a:lnTo>
                    <a:pt x="0" y="4638"/>
                  </a:lnTo>
                  <a:lnTo>
                    <a:pt x="13957" y="4638"/>
                  </a:lnTo>
                  <a:lnTo>
                    <a:pt x="13957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0" name="object 396">
              <a:extLst>
                <a:ext uri="{FF2B5EF4-FFF2-40B4-BE49-F238E27FC236}">
                  <a16:creationId xmlns:a16="http://schemas.microsoft.com/office/drawing/2014/main" id="{89B87C5B-8ABA-67DD-278F-9B0F95B2B2D4}"/>
                </a:ext>
              </a:extLst>
            </p:cNvPr>
            <p:cNvSpPr/>
            <p:nvPr/>
          </p:nvSpPr>
          <p:spPr>
            <a:xfrm>
              <a:off x="6881278" y="10019062"/>
              <a:ext cx="5080" cy="0"/>
            </a:xfrm>
            <a:custGeom>
              <a:avLst/>
              <a:gdLst/>
              <a:ahLst/>
              <a:cxnLst/>
              <a:rect l="l" t="t" r="r" b="b"/>
              <a:pathLst>
                <a:path w="5079">
                  <a:moveTo>
                    <a:pt x="0" y="0"/>
                  </a:moveTo>
                  <a:lnTo>
                    <a:pt x="4659" y="0"/>
                  </a:lnTo>
                </a:path>
              </a:pathLst>
            </a:custGeom>
            <a:ln w="4649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1" name="object 397">
              <a:extLst>
                <a:ext uri="{FF2B5EF4-FFF2-40B4-BE49-F238E27FC236}">
                  <a16:creationId xmlns:a16="http://schemas.microsoft.com/office/drawing/2014/main" id="{535A05E4-6827-C190-BEDA-EF0AD1607D5B}"/>
                </a:ext>
              </a:extLst>
            </p:cNvPr>
            <p:cNvSpPr/>
            <p:nvPr/>
          </p:nvSpPr>
          <p:spPr>
            <a:xfrm>
              <a:off x="6878980" y="10016750"/>
              <a:ext cx="9525" cy="9525"/>
            </a:xfrm>
            <a:custGeom>
              <a:avLst/>
              <a:gdLst/>
              <a:ahLst/>
              <a:cxnLst/>
              <a:rect l="l" t="t" r="r" b="b"/>
              <a:pathLst>
                <a:path w="9525" h="9525">
                  <a:moveTo>
                    <a:pt x="9309" y="0"/>
                  </a:moveTo>
                  <a:lnTo>
                    <a:pt x="0" y="0"/>
                  </a:lnTo>
                  <a:lnTo>
                    <a:pt x="0" y="4622"/>
                  </a:lnTo>
                  <a:lnTo>
                    <a:pt x="0" y="9271"/>
                  </a:lnTo>
                  <a:lnTo>
                    <a:pt x="4660" y="9271"/>
                  </a:lnTo>
                  <a:lnTo>
                    <a:pt x="4660" y="4622"/>
                  </a:lnTo>
                  <a:lnTo>
                    <a:pt x="9309" y="4622"/>
                  </a:lnTo>
                  <a:lnTo>
                    <a:pt x="9309" y="0"/>
                  </a:lnTo>
                  <a:close/>
                </a:path>
              </a:pathLst>
            </a:custGeom>
            <a:solidFill>
              <a:srgbClr val="008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2" name="object 398">
              <a:extLst>
                <a:ext uri="{FF2B5EF4-FFF2-40B4-BE49-F238E27FC236}">
                  <a16:creationId xmlns:a16="http://schemas.microsoft.com/office/drawing/2014/main" id="{69571238-94CE-A2FB-F5CE-64C7C0452340}"/>
                </a:ext>
              </a:extLst>
            </p:cNvPr>
            <p:cNvSpPr/>
            <p:nvPr/>
          </p:nvSpPr>
          <p:spPr>
            <a:xfrm>
              <a:off x="1165974" y="10230249"/>
              <a:ext cx="8320405" cy="190500"/>
            </a:xfrm>
            <a:custGeom>
              <a:avLst/>
              <a:gdLst/>
              <a:ahLst/>
              <a:cxnLst/>
              <a:rect l="l" t="t" r="r" b="b"/>
              <a:pathLst>
                <a:path w="8320405" h="190500">
                  <a:moveTo>
                    <a:pt x="8320278" y="0"/>
                  </a:moveTo>
                  <a:lnTo>
                    <a:pt x="3659606" y="0"/>
                  </a:lnTo>
                  <a:lnTo>
                    <a:pt x="3654958" y="0"/>
                  </a:lnTo>
                  <a:lnTo>
                    <a:pt x="0" y="0"/>
                  </a:lnTo>
                  <a:lnTo>
                    <a:pt x="0" y="190169"/>
                  </a:lnTo>
                  <a:lnTo>
                    <a:pt x="3654958" y="190169"/>
                  </a:lnTo>
                  <a:lnTo>
                    <a:pt x="3659606" y="190169"/>
                  </a:lnTo>
                  <a:lnTo>
                    <a:pt x="8320278" y="190169"/>
                  </a:lnTo>
                  <a:lnTo>
                    <a:pt x="8320278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3" name="object 399">
              <a:extLst>
                <a:ext uri="{FF2B5EF4-FFF2-40B4-BE49-F238E27FC236}">
                  <a16:creationId xmlns:a16="http://schemas.microsoft.com/office/drawing/2014/main" id="{5CC699C0-2AF8-EDD3-FF78-9E57F5548756}"/>
                </a:ext>
              </a:extLst>
            </p:cNvPr>
            <p:cNvSpPr/>
            <p:nvPr/>
          </p:nvSpPr>
          <p:spPr>
            <a:xfrm>
              <a:off x="1165974" y="10415797"/>
              <a:ext cx="8320405" cy="5080"/>
            </a:xfrm>
            <a:custGeom>
              <a:avLst/>
              <a:gdLst/>
              <a:ahLst/>
              <a:cxnLst/>
              <a:rect l="l" t="t" r="r" b="b"/>
              <a:pathLst>
                <a:path w="8320405" h="5079">
                  <a:moveTo>
                    <a:pt x="8320278" y="0"/>
                  </a:moveTo>
                  <a:lnTo>
                    <a:pt x="3659606" y="0"/>
                  </a:lnTo>
                  <a:lnTo>
                    <a:pt x="3654958" y="0"/>
                  </a:lnTo>
                  <a:lnTo>
                    <a:pt x="0" y="0"/>
                  </a:lnTo>
                  <a:lnTo>
                    <a:pt x="0" y="4622"/>
                  </a:lnTo>
                  <a:lnTo>
                    <a:pt x="3654958" y="4622"/>
                  </a:lnTo>
                  <a:lnTo>
                    <a:pt x="3659606" y="4622"/>
                  </a:lnTo>
                  <a:lnTo>
                    <a:pt x="8320278" y="4622"/>
                  </a:lnTo>
                  <a:lnTo>
                    <a:pt x="8320278" y="0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4" name="object 400">
            <a:extLst>
              <a:ext uri="{FF2B5EF4-FFF2-40B4-BE49-F238E27FC236}">
                <a16:creationId xmlns:a16="http://schemas.microsoft.com/office/drawing/2014/main" id="{9C39DBE0-C2BA-386C-2FA7-8A00A85B814E}"/>
              </a:ext>
            </a:extLst>
          </p:cNvPr>
          <p:cNvSpPr txBox="1"/>
          <p:nvPr/>
        </p:nvSpPr>
        <p:spPr>
          <a:xfrm>
            <a:off x="1334905" y="5893565"/>
            <a:ext cx="18986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60" dirty="0">
                <a:latin typeface="Calibri"/>
                <a:cs typeface="Calibri"/>
              </a:rPr>
              <a:t>!"</a:t>
            </a:r>
            <a:r>
              <a:rPr sz="700" b="1" spc="-10" dirty="0">
                <a:latin typeface="Calibri"/>
                <a:cs typeface="Calibri"/>
              </a:rPr>
              <a:t>#</a:t>
            </a:r>
            <a:r>
              <a:rPr sz="700" b="1" spc="-60" dirty="0">
                <a:latin typeface="Calibri"/>
                <a:cs typeface="Calibri"/>
              </a:rPr>
              <a:t>!</a:t>
            </a:r>
            <a:r>
              <a:rPr sz="700" b="1" dirty="0">
                <a:latin typeface="Calibri"/>
                <a:cs typeface="Calibri"/>
              </a:rPr>
              <a:t>$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395" name="object 401">
            <a:extLst>
              <a:ext uri="{FF2B5EF4-FFF2-40B4-BE49-F238E27FC236}">
                <a16:creationId xmlns:a16="http://schemas.microsoft.com/office/drawing/2014/main" id="{267E3FFE-4794-CBD5-9CEE-BACE84AD2AA2}"/>
              </a:ext>
            </a:extLst>
          </p:cNvPr>
          <p:cNvSpPr txBox="1"/>
          <p:nvPr/>
        </p:nvSpPr>
        <p:spPr>
          <a:xfrm>
            <a:off x="1744541" y="5893565"/>
            <a:ext cx="258572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Calibri"/>
                <a:cs typeface="Calibri"/>
              </a:rPr>
              <a:t>%&amp;'()(*+,%-./0&amp;10/2,%30'%)4+1)-./0&amp;/05%)+1(,/010&amp;1*61*%*071,%(*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396" name="object 402">
            <a:extLst>
              <a:ext uri="{FF2B5EF4-FFF2-40B4-BE49-F238E27FC236}">
                <a16:creationId xmlns:a16="http://schemas.microsoft.com/office/drawing/2014/main" id="{FEF0DFB6-743B-1289-EA4A-73200E42C1D8}"/>
              </a:ext>
            </a:extLst>
          </p:cNvPr>
          <p:cNvSpPr txBox="1"/>
          <p:nvPr/>
        </p:nvSpPr>
        <p:spPr>
          <a:xfrm>
            <a:off x="8202452" y="5893565"/>
            <a:ext cx="45275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25" dirty="0">
                <a:latin typeface="Calibri"/>
                <a:cs typeface="Calibri"/>
              </a:rPr>
              <a:t>,80"$:#::$3!!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397" name="object 403">
            <a:extLst>
              <a:ext uri="{FF2B5EF4-FFF2-40B4-BE49-F238E27FC236}">
                <a16:creationId xmlns:a16="http://schemas.microsoft.com/office/drawing/2014/main" id="{2233574B-C797-B838-2422-8C5910368114}"/>
              </a:ext>
            </a:extLst>
          </p:cNvPr>
          <p:cNvSpPr txBox="1"/>
          <p:nvPr/>
        </p:nvSpPr>
        <p:spPr>
          <a:xfrm>
            <a:off x="8868321" y="5893565"/>
            <a:ext cx="50990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35" dirty="0">
                <a:latin typeface="Calibri"/>
                <a:cs typeface="Calibri"/>
              </a:rPr>
              <a:t>,</a:t>
            </a:r>
            <a:r>
              <a:rPr sz="700" b="1" spc="10" dirty="0">
                <a:latin typeface="Calibri"/>
                <a:cs typeface="Calibri"/>
              </a:rPr>
              <a:t>8</a:t>
            </a:r>
            <a:r>
              <a:rPr sz="700" b="1" spc="-15" dirty="0">
                <a:latin typeface="Calibri"/>
                <a:cs typeface="Calibri"/>
              </a:rPr>
              <a:t>0</a:t>
            </a:r>
            <a:r>
              <a:rPr sz="700" b="1" spc="-5" dirty="0">
                <a:latin typeface="Calibri"/>
                <a:cs typeface="Calibri"/>
              </a:rPr>
              <a:t>;:&lt;</a:t>
            </a:r>
            <a:r>
              <a:rPr sz="700" b="1" spc="-10" dirty="0">
                <a:latin typeface="Calibri"/>
                <a:cs typeface="Calibri"/>
              </a:rPr>
              <a:t>#</a:t>
            </a:r>
            <a:r>
              <a:rPr sz="700" b="1" spc="30" dirty="0">
                <a:latin typeface="Calibri"/>
                <a:cs typeface="Calibri"/>
              </a:rPr>
              <a:t>=9$</a:t>
            </a:r>
            <a:r>
              <a:rPr sz="700" b="1" dirty="0">
                <a:latin typeface="Calibri"/>
                <a:cs typeface="Calibri"/>
              </a:rPr>
              <a:t>3</a:t>
            </a:r>
            <a:r>
              <a:rPr sz="700" b="1" spc="-60" dirty="0">
                <a:latin typeface="Calibri"/>
                <a:cs typeface="Calibri"/>
              </a:rPr>
              <a:t>!</a:t>
            </a:r>
            <a:r>
              <a:rPr sz="700" b="1" spc="-70" dirty="0">
                <a:latin typeface="Calibri"/>
                <a:cs typeface="Calibri"/>
              </a:rPr>
              <a:t>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398" name="object 404">
            <a:extLst>
              <a:ext uri="{FF2B5EF4-FFF2-40B4-BE49-F238E27FC236}">
                <a16:creationId xmlns:a16="http://schemas.microsoft.com/office/drawing/2014/main" id="{CD50022C-8B58-99A0-3D81-04A6BDBED88B}"/>
              </a:ext>
            </a:extLst>
          </p:cNvPr>
          <p:cNvSpPr txBox="1"/>
          <p:nvPr/>
        </p:nvSpPr>
        <p:spPr>
          <a:xfrm>
            <a:off x="1278928" y="6116129"/>
            <a:ext cx="28892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latin typeface="Calibri"/>
                <a:cs typeface="Calibri"/>
              </a:rPr>
              <a:t>!"</a:t>
            </a:r>
            <a:r>
              <a:rPr sz="700" dirty="0">
                <a:latin typeface="Calibri"/>
                <a:cs typeface="Calibri"/>
              </a:rPr>
              <a:t>#</a:t>
            </a:r>
            <a:r>
              <a:rPr sz="700" spc="-25" dirty="0">
                <a:latin typeface="Calibri"/>
                <a:cs typeface="Calibri"/>
              </a:rPr>
              <a:t>!$</a:t>
            </a:r>
            <a:r>
              <a:rPr sz="700" dirty="0">
                <a:latin typeface="Calibri"/>
                <a:cs typeface="Calibri"/>
              </a:rPr>
              <a:t>#</a:t>
            </a:r>
            <a:r>
              <a:rPr sz="700" spc="-60" dirty="0">
                <a:latin typeface="Calibri"/>
                <a:cs typeface="Calibri"/>
              </a:rPr>
              <a:t>!</a:t>
            </a:r>
            <a:r>
              <a:rPr sz="700" spc="-50" dirty="0">
                <a:latin typeface="Calibri"/>
                <a:cs typeface="Calibri"/>
              </a:rPr>
              <a:t>"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399" name="object 405">
            <a:extLst>
              <a:ext uri="{FF2B5EF4-FFF2-40B4-BE49-F238E27FC236}">
                <a16:creationId xmlns:a16="http://schemas.microsoft.com/office/drawing/2014/main" id="{D5901DF4-CD6B-C3A1-A4DC-9FB498519CE1}"/>
              </a:ext>
            </a:extLst>
          </p:cNvPr>
          <p:cNvSpPr txBox="1"/>
          <p:nvPr/>
        </p:nvSpPr>
        <p:spPr>
          <a:xfrm>
            <a:off x="1744541" y="6050379"/>
            <a:ext cx="3099435" cy="25781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700" spc="-10" dirty="0">
                <a:latin typeface="Calibri"/>
                <a:cs typeface="Calibri"/>
              </a:rPr>
              <a:t>%&amp;'()*+,*+%-.*-/01(0+2%-.*-/*(13+4(5(67+%-.*-/*(13+,*+8-9:060;&lt;*97+*9:0.(=1(397+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700" spc="-25" dirty="0">
                <a:latin typeface="Calibri"/>
                <a:cs typeface="Calibri"/>
              </a:rPr>
              <a:t>:&gt;?-(?397+*:?@#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00" name="object 406">
            <a:extLst>
              <a:ext uri="{FF2B5EF4-FFF2-40B4-BE49-F238E27FC236}">
                <a16:creationId xmlns:a16="http://schemas.microsoft.com/office/drawing/2014/main" id="{3491699A-F854-AF13-9819-E4187DD23C0D}"/>
              </a:ext>
            </a:extLst>
          </p:cNvPr>
          <p:cNvSpPr txBox="1"/>
          <p:nvPr/>
        </p:nvSpPr>
        <p:spPr>
          <a:xfrm>
            <a:off x="4915455" y="6116159"/>
            <a:ext cx="184912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54000" algn="l"/>
                <a:tab pos="1362710" algn="l"/>
              </a:tabLst>
            </a:pPr>
            <a:r>
              <a:rPr sz="700" spc="15" dirty="0">
                <a:latin typeface="Calibri"/>
                <a:cs typeface="Calibri"/>
              </a:rPr>
              <a:t>5A	</a:t>
            </a:r>
            <a:r>
              <a:rPr sz="700" spc="-105" dirty="0">
                <a:latin typeface="Calibri"/>
                <a:cs typeface="Calibri"/>
              </a:rPr>
              <a:t>+++++"+7+!+!</a:t>
            </a:r>
            <a:r>
              <a:rPr sz="700" spc="-5" dirty="0">
                <a:latin typeface="Calibri"/>
                <a:cs typeface="Calibri"/>
              </a:rPr>
              <a:t> </a:t>
            </a:r>
            <a:r>
              <a:rPr sz="700" spc="-55" dirty="0">
                <a:latin typeface="Calibri"/>
                <a:cs typeface="Calibri"/>
              </a:rPr>
              <a:t>+++B+C++D$#!!!7!!	</a:t>
            </a:r>
            <a:r>
              <a:rPr sz="700" spc="-20" dirty="0">
                <a:latin typeface="Calibri"/>
                <a:cs typeface="Calibri"/>
              </a:rPr>
              <a:t>BC+"E$#!!!7!!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01" name="object 407">
            <a:extLst>
              <a:ext uri="{FF2B5EF4-FFF2-40B4-BE49-F238E27FC236}">
                <a16:creationId xmlns:a16="http://schemas.microsoft.com/office/drawing/2014/main" id="{FBC97C72-19F1-5016-4667-4594DBE486A4}"/>
              </a:ext>
            </a:extLst>
          </p:cNvPr>
          <p:cNvSpPr txBox="1"/>
          <p:nvPr/>
        </p:nvSpPr>
        <p:spPr>
          <a:xfrm>
            <a:off x="8202467" y="6116159"/>
            <a:ext cx="499109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latin typeface="Calibri"/>
                <a:cs typeface="Calibri"/>
              </a:rPr>
              <a:t>BC+"E$#!!!7!!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02" name="object 408">
            <a:extLst>
              <a:ext uri="{FF2B5EF4-FFF2-40B4-BE49-F238E27FC236}">
                <a16:creationId xmlns:a16="http://schemas.microsoft.com/office/drawing/2014/main" id="{FFB1E9C6-48EC-A0FA-7CB0-66A68EA0A768}"/>
              </a:ext>
            </a:extLst>
          </p:cNvPr>
          <p:cNvSpPr txBox="1"/>
          <p:nvPr/>
        </p:nvSpPr>
        <p:spPr>
          <a:xfrm>
            <a:off x="8868337" y="6116159"/>
            <a:ext cx="473709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Calibri"/>
                <a:cs typeface="Calibri"/>
              </a:rPr>
              <a:t>BC+"F!#!!!7!!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03" name="object 409">
            <a:extLst>
              <a:ext uri="{FF2B5EF4-FFF2-40B4-BE49-F238E27FC236}">
                <a16:creationId xmlns:a16="http://schemas.microsoft.com/office/drawing/2014/main" id="{723078CC-454C-EDB5-79C3-FB855981BFC5}"/>
              </a:ext>
            </a:extLst>
          </p:cNvPr>
          <p:cNvSpPr txBox="1"/>
          <p:nvPr/>
        </p:nvSpPr>
        <p:spPr>
          <a:xfrm>
            <a:off x="1278944" y="6376037"/>
            <a:ext cx="30289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latin typeface="Calibri"/>
                <a:cs typeface="Calibri"/>
              </a:rPr>
              <a:t>!"</a:t>
            </a:r>
            <a:r>
              <a:rPr sz="700" dirty="0">
                <a:latin typeface="Calibri"/>
                <a:cs typeface="Calibri"/>
              </a:rPr>
              <a:t>#</a:t>
            </a:r>
            <a:r>
              <a:rPr sz="700" spc="-25" dirty="0">
                <a:latin typeface="Calibri"/>
                <a:cs typeface="Calibri"/>
              </a:rPr>
              <a:t>!$</a:t>
            </a:r>
            <a:r>
              <a:rPr sz="700" dirty="0">
                <a:latin typeface="Calibri"/>
                <a:cs typeface="Calibri"/>
              </a:rPr>
              <a:t>#</a:t>
            </a:r>
            <a:r>
              <a:rPr sz="700" spc="-60" dirty="0">
                <a:latin typeface="Calibri"/>
                <a:cs typeface="Calibri"/>
              </a:rPr>
              <a:t>!</a:t>
            </a:r>
            <a:r>
              <a:rPr sz="700" dirty="0">
                <a:latin typeface="Calibri"/>
                <a:cs typeface="Calibri"/>
              </a:rPr>
              <a:t>E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04" name="object 410">
            <a:extLst>
              <a:ext uri="{FF2B5EF4-FFF2-40B4-BE49-F238E27FC236}">
                <a16:creationId xmlns:a16="http://schemas.microsoft.com/office/drawing/2014/main" id="{BE25AC04-14E0-2249-ADF3-B01446C73A2A}"/>
              </a:ext>
            </a:extLst>
          </p:cNvPr>
          <p:cNvSpPr txBox="1"/>
          <p:nvPr/>
        </p:nvSpPr>
        <p:spPr>
          <a:xfrm>
            <a:off x="1744557" y="6310345"/>
            <a:ext cx="3065780" cy="25717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700" spc="-15" dirty="0">
                <a:latin typeface="Calibri"/>
                <a:cs typeface="Calibri"/>
              </a:rPr>
              <a:t>G(H)*I0+?3-:J-'0K)*1H0-*-:*+,0+3A10+)31+*&amp;'()*+(,*-:(L(?0,0+*+*M?6'9(50+)010+*9:0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700" spc="-15" dirty="0">
                <a:latin typeface="Calibri"/>
                <a:cs typeface="Calibri"/>
              </a:rPr>
              <a:t>0:5(,0,*7+(-?6'9(5*+H0-':*-;N3+?3-9:0-:*+,*+:0)'H*97+A0-/*(1397+*:?#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05" name="object 411">
            <a:extLst>
              <a:ext uri="{FF2B5EF4-FFF2-40B4-BE49-F238E27FC236}">
                <a16:creationId xmlns:a16="http://schemas.microsoft.com/office/drawing/2014/main" id="{63D076C9-5A22-55BA-5DA4-6567A3EA212F}"/>
              </a:ext>
            </a:extLst>
          </p:cNvPr>
          <p:cNvSpPr txBox="1"/>
          <p:nvPr/>
        </p:nvSpPr>
        <p:spPr>
          <a:xfrm>
            <a:off x="4915455" y="6376011"/>
            <a:ext cx="123190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54000" algn="l"/>
              </a:tabLst>
            </a:pPr>
            <a:r>
              <a:rPr sz="700" spc="15" dirty="0">
                <a:latin typeface="Calibri"/>
                <a:cs typeface="Calibri"/>
              </a:rPr>
              <a:t>5A	</a:t>
            </a:r>
            <a:r>
              <a:rPr sz="700" spc="-105" dirty="0">
                <a:latin typeface="Calibri"/>
                <a:cs typeface="Calibri"/>
              </a:rPr>
              <a:t>+++++"+7+!+!</a:t>
            </a:r>
            <a:r>
              <a:rPr sz="700" spc="-65" dirty="0">
                <a:latin typeface="Calibri"/>
                <a:cs typeface="Calibri"/>
              </a:rPr>
              <a:t> </a:t>
            </a:r>
            <a:r>
              <a:rPr sz="700" spc="-55" dirty="0">
                <a:latin typeface="Calibri"/>
                <a:cs typeface="Calibri"/>
              </a:rPr>
              <a:t>+++B+C++"O#P!!7!!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06" name="object 412">
            <a:extLst>
              <a:ext uri="{FF2B5EF4-FFF2-40B4-BE49-F238E27FC236}">
                <a16:creationId xmlns:a16="http://schemas.microsoft.com/office/drawing/2014/main" id="{34B0436B-5473-EE5B-CF56-5B1C1B0E090A}"/>
              </a:ext>
            </a:extLst>
          </p:cNvPr>
          <p:cNvSpPr txBox="1"/>
          <p:nvPr/>
        </p:nvSpPr>
        <p:spPr>
          <a:xfrm>
            <a:off x="6288999" y="6376011"/>
            <a:ext cx="52514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Calibri"/>
                <a:cs typeface="Calibri"/>
              </a:rPr>
              <a:t>BC+"E#"D$7!!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07" name="object 413">
            <a:extLst>
              <a:ext uri="{FF2B5EF4-FFF2-40B4-BE49-F238E27FC236}">
                <a16:creationId xmlns:a16="http://schemas.microsoft.com/office/drawing/2014/main" id="{8B9D0445-3406-527A-F4B0-A557975DF7D9}"/>
              </a:ext>
            </a:extLst>
          </p:cNvPr>
          <p:cNvSpPr txBox="1"/>
          <p:nvPr/>
        </p:nvSpPr>
        <p:spPr>
          <a:xfrm>
            <a:off x="8225761" y="6376011"/>
            <a:ext cx="52514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Calibri"/>
                <a:cs typeface="Calibri"/>
              </a:rPr>
              <a:t>BC+"E#"D$7!!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08" name="object 414">
            <a:extLst>
              <a:ext uri="{FF2B5EF4-FFF2-40B4-BE49-F238E27FC236}">
                <a16:creationId xmlns:a16="http://schemas.microsoft.com/office/drawing/2014/main" id="{06831BD2-5C40-F175-2BBB-E3EFF89E1D73}"/>
              </a:ext>
            </a:extLst>
          </p:cNvPr>
          <p:cNvSpPr txBox="1"/>
          <p:nvPr/>
        </p:nvSpPr>
        <p:spPr>
          <a:xfrm>
            <a:off x="8891631" y="6376011"/>
            <a:ext cx="57213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Calibri"/>
                <a:cs typeface="Calibri"/>
              </a:rPr>
              <a:t>BC+D"#OD$7!!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09" name="object 415">
            <a:extLst>
              <a:ext uri="{FF2B5EF4-FFF2-40B4-BE49-F238E27FC236}">
                <a16:creationId xmlns:a16="http://schemas.microsoft.com/office/drawing/2014/main" id="{FA108936-998F-E0C4-1ACE-7B14F49C13AB}"/>
              </a:ext>
            </a:extLst>
          </p:cNvPr>
          <p:cNvSpPr txBox="1"/>
          <p:nvPr/>
        </p:nvSpPr>
        <p:spPr>
          <a:xfrm>
            <a:off x="1278944" y="6635890"/>
            <a:ext cx="31813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latin typeface="Calibri"/>
                <a:cs typeface="Calibri"/>
              </a:rPr>
              <a:t>!"</a:t>
            </a:r>
            <a:r>
              <a:rPr sz="700" dirty="0">
                <a:latin typeface="Calibri"/>
                <a:cs typeface="Calibri"/>
              </a:rPr>
              <a:t>#</a:t>
            </a:r>
            <a:r>
              <a:rPr sz="700" spc="-25" dirty="0">
                <a:latin typeface="Calibri"/>
                <a:cs typeface="Calibri"/>
              </a:rPr>
              <a:t>!$</a:t>
            </a:r>
            <a:r>
              <a:rPr sz="700" dirty="0">
                <a:latin typeface="Calibri"/>
                <a:cs typeface="Calibri"/>
              </a:rPr>
              <a:t>#</a:t>
            </a:r>
            <a:r>
              <a:rPr sz="700" spc="-60" dirty="0">
                <a:latin typeface="Calibri"/>
                <a:cs typeface="Calibri"/>
              </a:rPr>
              <a:t>!</a:t>
            </a:r>
            <a:r>
              <a:rPr sz="700" spc="30" dirty="0">
                <a:latin typeface="Calibri"/>
                <a:cs typeface="Calibri"/>
              </a:rPr>
              <a:t>D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10" name="object 416">
            <a:extLst>
              <a:ext uri="{FF2B5EF4-FFF2-40B4-BE49-F238E27FC236}">
                <a16:creationId xmlns:a16="http://schemas.microsoft.com/office/drawing/2014/main" id="{98449CD0-BDB7-6CAA-AA77-5BDCFA0124B2}"/>
              </a:ext>
            </a:extLst>
          </p:cNvPr>
          <p:cNvSpPr txBox="1"/>
          <p:nvPr/>
        </p:nvSpPr>
        <p:spPr>
          <a:xfrm>
            <a:off x="1744557" y="6570012"/>
            <a:ext cx="3103245" cy="25781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700" spc="-15" dirty="0">
                <a:latin typeface="Calibri"/>
                <a:cs typeface="Calibri"/>
              </a:rPr>
              <a:t>43-9'H39+,*+=.'07+*-*1.(0+*6&gt;:1(?07+:*6*L3-*7+(-:*1-*:7+H0:*1(0(9+*+H0-':*-;N3++,*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700" spc="-10" dirty="0">
                <a:latin typeface="Calibri"/>
                <a:cs typeface="Calibri"/>
              </a:rPr>
              <a:t>*9?1(:Q1(3+,*+3A1097+H0:*1(0(9+,*+6(H)*I07+?Q)(09+*+1*)13,';&lt;*97+*:?#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11" name="object 417">
            <a:extLst>
              <a:ext uri="{FF2B5EF4-FFF2-40B4-BE49-F238E27FC236}">
                <a16:creationId xmlns:a16="http://schemas.microsoft.com/office/drawing/2014/main" id="{03B0D360-14F6-75BC-DBF8-CE54EC1E5F14}"/>
              </a:ext>
            </a:extLst>
          </p:cNvPr>
          <p:cNvSpPr txBox="1"/>
          <p:nvPr/>
        </p:nvSpPr>
        <p:spPr>
          <a:xfrm>
            <a:off x="4915455" y="6635871"/>
            <a:ext cx="121856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54000" algn="l"/>
              </a:tabLst>
            </a:pPr>
            <a:r>
              <a:rPr sz="700" spc="15" dirty="0">
                <a:latin typeface="Calibri"/>
                <a:cs typeface="Calibri"/>
              </a:rPr>
              <a:t>5A	</a:t>
            </a:r>
            <a:r>
              <a:rPr sz="700" spc="-105" dirty="0">
                <a:latin typeface="Calibri"/>
                <a:cs typeface="Calibri"/>
              </a:rPr>
              <a:t>+++++"+7+!+!</a:t>
            </a:r>
            <a:r>
              <a:rPr sz="700" spc="-75" dirty="0">
                <a:latin typeface="Calibri"/>
                <a:cs typeface="Calibri"/>
              </a:rPr>
              <a:t> </a:t>
            </a:r>
            <a:r>
              <a:rPr sz="700" spc="-55" dirty="0">
                <a:latin typeface="Calibri"/>
                <a:cs typeface="Calibri"/>
              </a:rPr>
              <a:t>+++B+C++"R#P!!7!!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12" name="object 418">
            <a:extLst>
              <a:ext uri="{FF2B5EF4-FFF2-40B4-BE49-F238E27FC236}">
                <a16:creationId xmlns:a16="http://schemas.microsoft.com/office/drawing/2014/main" id="{DB043575-C387-B808-C6F1-9EFAED0F8AA0}"/>
              </a:ext>
            </a:extLst>
          </p:cNvPr>
          <p:cNvSpPr txBox="1"/>
          <p:nvPr/>
        </p:nvSpPr>
        <p:spPr>
          <a:xfrm>
            <a:off x="6312205" y="6635871"/>
            <a:ext cx="43815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latin typeface="Calibri"/>
                <a:cs typeface="Calibri"/>
              </a:rPr>
              <a:t>BC+O#!!!7!!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13" name="object 419">
            <a:extLst>
              <a:ext uri="{FF2B5EF4-FFF2-40B4-BE49-F238E27FC236}">
                <a16:creationId xmlns:a16="http://schemas.microsoft.com/office/drawing/2014/main" id="{09503936-B572-5B8B-54D4-E09D7282D485}"/>
              </a:ext>
            </a:extLst>
          </p:cNvPr>
          <p:cNvSpPr txBox="1"/>
          <p:nvPr/>
        </p:nvSpPr>
        <p:spPr>
          <a:xfrm>
            <a:off x="6898804" y="5893565"/>
            <a:ext cx="1152525" cy="873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66040" algn="r">
              <a:lnSpc>
                <a:spcPct val="100000"/>
              </a:lnSpc>
              <a:spcBef>
                <a:spcPts val="95"/>
              </a:spcBef>
            </a:pPr>
            <a:r>
              <a:rPr sz="700" b="1" spc="-25" dirty="0">
                <a:latin typeface="Calibri"/>
                <a:cs typeface="Calibri"/>
              </a:rPr>
              <a:t>,809"#:$!3!!</a:t>
            </a: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700">
              <a:latin typeface="Calibri"/>
              <a:cs typeface="Calibri"/>
            </a:endParaRPr>
          </a:p>
          <a:p>
            <a:pPr marR="17780" algn="r">
              <a:lnSpc>
                <a:spcPct val="100000"/>
              </a:lnSpc>
              <a:tabLst>
                <a:tab pos="655955" algn="l"/>
              </a:tabLst>
            </a:pPr>
            <a:r>
              <a:rPr sz="700" spc="-25" dirty="0">
                <a:latin typeface="Calibri"/>
                <a:cs typeface="Calibri"/>
              </a:rPr>
              <a:t>BC+"F!#!!!7!!	</a:t>
            </a:r>
            <a:r>
              <a:rPr sz="700" spc="-15" dirty="0">
                <a:latin typeface="Calibri"/>
                <a:cs typeface="Calibri"/>
              </a:rPr>
              <a:t>BC+D$#!!!7!!</a:t>
            </a: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950">
              <a:latin typeface="Calibri"/>
              <a:cs typeface="Calibri"/>
            </a:endParaRPr>
          </a:p>
          <a:p>
            <a:pPr marL="35560">
              <a:lnSpc>
                <a:spcPct val="100000"/>
              </a:lnSpc>
              <a:spcBef>
                <a:spcPts val="5"/>
              </a:spcBef>
            </a:pPr>
            <a:r>
              <a:rPr sz="700" dirty="0">
                <a:latin typeface="Calibri"/>
                <a:cs typeface="Calibri"/>
              </a:rPr>
              <a:t>BC+D"#OD$7!!   </a:t>
            </a:r>
            <a:r>
              <a:rPr sz="700" spc="40" dirty="0">
                <a:latin typeface="Calibri"/>
                <a:cs typeface="Calibri"/>
              </a:rPr>
              <a:t> </a:t>
            </a:r>
            <a:r>
              <a:rPr sz="700" spc="-15" dirty="0">
                <a:latin typeface="Calibri"/>
                <a:cs typeface="Calibri"/>
              </a:rPr>
              <a:t>BC+"O#P!!7!!</a:t>
            </a: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950">
              <a:latin typeface="Calibri"/>
              <a:cs typeface="Calibri"/>
            </a:endParaRPr>
          </a:p>
          <a:p>
            <a:pPr marL="35560">
              <a:lnSpc>
                <a:spcPct val="100000"/>
              </a:lnSpc>
              <a:tabLst>
                <a:tab pos="668655" algn="l"/>
              </a:tabLst>
            </a:pPr>
            <a:r>
              <a:rPr sz="700" spc="-10" dirty="0">
                <a:latin typeface="Calibri"/>
                <a:cs typeface="Calibri"/>
              </a:rPr>
              <a:t>BC+ED#P!!7!!	</a:t>
            </a:r>
            <a:r>
              <a:rPr sz="700" spc="-15" dirty="0">
                <a:latin typeface="Calibri"/>
                <a:cs typeface="Calibri"/>
              </a:rPr>
              <a:t>BC+"R#P!!7!!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14" name="object 420">
            <a:extLst>
              <a:ext uri="{FF2B5EF4-FFF2-40B4-BE49-F238E27FC236}">
                <a16:creationId xmlns:a16="http://schemas.microsoft.com/office/drawing/2014/main" id="{7B2004B0-EC47-5B95-1FAB-88903FD49AB5}"/>
              </a:ext>
            </a:extLst>
          </p:cNvPr>
          <p:cNvSpPr txBox="1"/>
          <p:nvPr/>
        </p:nvSpPr>
        <p:spPr>
          <a:xfrm>
            <a:off x="8249143" y="6635871"/>
            <a:ext cx="43815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latin typeface="Calibri"/>
                <a:cs typeface="Calibri"/>
              </a:rPr>
              <a:t>BC+O#!!!7!!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15" name="object 421">
            <a:extLst>
              <a:ext uri="{FF2B5EF4-FFF2-40B4-BE49-F238E27FC236}">
                <a16:creationId xmlns:a16="http://schemas.microsoft.com/office/drawing/2014/main" id="{D4F66003-1A43-E4DE-F979-0B46CE8CBBCA}"/>
              </a:ext>
            </a:extLst>
          </p:cNvPr>
          <p:cNvSpPr txBox="1"/>
          <p:nvPr/>
        </p:nvSpPr>
        <p:spPr>
          <a:xfrm>
            <a:off x="8891631" y="6635871"/>
            <a:ext cx="50800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Calibri"/>
                <a:cs typeface="Calibri"/>
              </a:rPr>
              <a:t>BC+ED#P!!7!!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16" name="object 422">
            <a:extLst>
              <a:ext uri="{FF2B5EF4-FFF2-40B4-BE49-F238E27FC236}">
                <a16:creationId xmlns:a16="http://schemas.microsoft.com/office/drawing/2014/main" id="{C96BE7C2-E991-A708-5E48-996E802B48BF}"/>
              </a:ext>
            </a:extLst>
          </p:cNvPr>
          <p:cNvSpPr txBox="1"/>
          <p:nvPr/>
        </p:nvSpPr>
        <p:spPr>
          <a:xfrm>
            <a:off x="1278944" y="6997725"/>
            <a:ext cx="30670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0" dirty="0">
                <a:latin typeface="Calibri"/>
                <a:cs typeface="Calibri"/>
              </a:rPr>
              <a:t>!"</a:t>
            </a:r>
            <a:r>
              <a:rPr sz="700" dirty="0">
                <a:latin typeface="Calibri"/>
                <a:cs typeface="Calibri"/>
              </a:rPr>
              <a:t>#</a:t>
            </a:r>
            <a:r>
              <a:rPr sz="700" spc="-25" dirty="0">
                <a:latin typeface="Calibri"/>
                <a:cs typeface="Calibri"/>
              </a:rPr>
              <a:t>!$</a:t>
            </a:r>
            <a:r>
              <a:rPr sz="700" dirty="0">
                <a:latin typeface="Calibri"/>
                <a:cs typeface="Calibri"/>
              </a:rPr>
              <a:t>#</a:t>
            </a:r>
            <a:r>
              <a:rPr sz="700" spc="-60" dirty="0">
                <a:latin typeface="Calibri"/>
                <a:cs typeface="Calibri"/>
              </a:rPr>
              <a:t>!</a:t>
            </a:r>
            <a:r>
              <a:rPr sz="700" spc="-5" dirty="0">
                <a:latin typeface="Calibri"/>
                <a:cs typeface="Calibri"/>
              </a:rPr>
              <a:t>R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17" name="object 423">
            <a:extLst>
              <a:ext uri="{FF2B5EF4-FFF2-40B4-BE49-F238E27FC236}">
                <a16:creationId xmlns:a16="http://schemas.microsoft.com/office/drawing/2014/main" id="{40802480-ADB5-01D8-0873-3142B93823FA}"/>
              </a:ext>
            </a:extLst>
          </p:cNvPr>
          <p:cNvSpPr txBox="1"/>
          <p:nvPr/>
        </p:nvSpPr>
        <p:spPr>
          <a:xfrm>
            <a:off x="1744557" y="6815782"/>
            <a:ext cx="3088005" cy="489584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700" spc="-15" dirty="0">
                <a:latin typeface="Calibri"/>
                <a:cs typeface="Calibri"/>
              </a:rPr>
              <a:t>%-:'6/39+S+?36*:07+9*)010;N3+*+,*9?01:*+9*6*:(53+,*+6(M39+*+*-:'6/397+?3H+1*: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700" spc="-15" dirty="0">
                <a:latin typeface="Calibri"/>
                <a:cs typeface="Calibri"/>
              </a:rPr>
              <a:t>,*9:(-0;N3+L(-067+0:*-,*-,3+1(.31390H*-:*+09+6*(9+*9)*?JL(?09+2H'-(?()0(97+*9:0,'0(</a:t>
            </a:r>
            <a:endParaRPr sz="700">
              <a:latin typeface="Calibri"/>
              <a:cs typeface="Calibri"/>
            </a:endParaRPr>
          </a:p>
          <a:p>
            <a:pPr marL="12700" marR="244475">
              <a:lnSpc>
                <a:spcPct val="108600"/>
              </a:lnSpc>
              <a:spcBef>
                <a:spcPts val="5"/>
              </a:spcBef>
            </a:pPr>
            <a:r>
              <a:rPr sz="700" spc="-15" dirty="0">
                <a:latin typeface="Calibri"/>
                <a:cs typeface="Calibri"/>
              </a:rPr>
              <a:t>L*,*10(9@+-0+.*9:N3+*+.*1*-?(0H*-:3+,*+1*9J,'39T++S+(-?6'9(5*+H0-':*-;N37+ </a:t>
            </a:r>
            <a:r>
              <a:rPr sz="700" spc="-10" dirty="0">
                <a:latin typeface="Calibri"/>
                <a:cs typeface="Calibri"/>
              </a:rPr>
              <a:t> 31.0-(I0;N3+*+6(H)*I0+?3-:J-'0#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18" name="object 424">
            <a:extLst>
              <a:ext uri="{FF2B5EF4-FFF2-40B4-BE49-F238E27FC236}">
                <a16:creationId xmlns:a16="http://schemas.microsoft.com/office/drawing/2014/main" id="{C9FE3A80-C400-E046-A8FB-497000792EDE}"/>
              </a:ext>
            </a:extLst>
          </p:cNvPr>
          <p:cNvSpPr txBox="1"/>
          <p:nvPr/>
        </p:nvSpPr>
        <p:spPr>
          <a:xfrm>
            <a:off x="4915396" y="6997681"/>
            <a:ext cx="252793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54000" algn="l"/>
                <a:tab pos="1409065" algn="l"/>
                <a:tab pos="2019300" algn="l"/>
              </a:tabLst>
            </a:pPr>
            <a:r>
              <a:rPr sz="700" spc="-10" dirty="0">
                <a:latin typeface="Calibri"/>
                <a:cs typeface="Calibri"/>
              </a:rPr>
              <a:t>.A	</a:t>
            </a:r>
            <a:r>
              <a:rPr sz="700" spc="-105" dirty="0">
                <a:latin typeface="Calibri"/>
                <a:cs typeface="Calibri"/>
              </a:rPr>
              <a:t>++++++"7+!+!</a:t>
            </a:r>
            <a:r>
              <a:rPr sz="700" dirty="0">
                <a:latin typeface="Calibri"/>
                <a:cs typeface="Calibri"/>
              </a:rPr>
              <a:t> </a:t>
            </a:r>
            <a:r>
              <a:rPr sz="700" spc="-55" dirty="0">
                <a:latin typeface="Calibri"/>
                <a:cs typeface="Calibri"/>
              </a:rPr>
              <a:t>+++B+C++""#U$!7!!	</a:t>
            </a:r>
            <a:r>
              <a:rPr sz="700" spc="-15" dirty="0">
                <a:latin typeface="Calibri"/>
                <a:cs typeface="Calibri"/>
              </a:rPr>
              <a:t>BC+U#E!!7!!	</a:t>
            </a:r>
            <a:r>
              <a:rPr sz="700" spc="-10" dirty="0">
                <a:latin typeface="Calibri"/>
                <a:cs typeface="Calibri"/>
              </a:rPr>
              <a:t>BC+"P#O$!7!!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19" name="object 425">
            <a:extLst>
              <a:ext uri="{FF2B5EF4-FFF2-40B4-BE49-F238E27FC236}">
                <a16:creationId xmlns:a16="http://schemas.microsoft.com/office/drawing/2014/main" id="{DD65DCCE-54A9-FE9F-0C42-89FB3F00B75F}"/>
              </a:ext>
            </a:extLst>
          </p:cNvPr>
          <p:cNvSpPr txBox="1"/>
          <p:nvPr/>
        </p:nvSpPr>
        <p:spPr>
          <a:xfrm>
            <a:off x="7555227" y="6997681"/>
            <a:ext cx="50038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Calibri"/>
                <a:cs typeface="Calibri"/>
              </a:rPr>
              <a:t>BC+""#U$!7!!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20" name="object 426">
            <a:extLst>
              <a:ext uri="{FF2B5EF4-FFF2-40B4-BE49-F238E27FC236}">
                <a16:creationId xmlns:a16="http://schemas.microsoft.com/office/drawing/2014/main" id="{2492D5DB-D265-66F5-A65A-72EDDBC523E7}"/>
              </a:ext>
            </a:extLst>
          </p:cNvPr>
          <p:cNvSpPr txBox="1"/>
          <p:nvPr/>
        </p:nvSpPr>
        <p:spPr>
          <a:xfrm>
            <a:off x="8249084" y="6997681"/>
            <a:ext cx="457834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Calibri"/>
                <a:cs typeface="Calibri"/>
              </a:rPr>
              <a:t>BC+U#E!!7!!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21" name="object 427">
            <a:extLst>
              <a:ext uri="{FF2B5EF4-FFF2-40B4-BE49-F238E27FC236}">
                <a16:creationId xmlns:a16="http://schemas.microsoft.com/office/drawing/2014/main" id="{F6BC5D5D-CFB5-7655-A3AE-0DCDE382CB5D}"/>
              </a:ext>
            </a:extLst>
          </p:cNvPr>
          <p:cNvSpPr txBox="1"/>
          <p:nvPr/>
        </p:nvSpPr>
        <p:spPr>
          <a:xfrm>
            <a:off x="8891572" y="6997681"/>
            <a:ext cx="521334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Calibri"/>
                <a:cs typeface="Calibri"/>
              </a:rPr>
              <a:t>BC+"P#O$!7!!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22" name="object 428">
            <a:extLst>
              <a:ext uri="{FF2B5EF4-FFF2-40B4-BE49-F238E27FC236}">
                <a16:creationId xmlns:a16="http://schemas.microsoft.com/office/drawing/2014/main" id="{7108302A-402C-AD3F-FEB8-F6BCBE015621}"/>
              </a:ext>
            </a:extLst>
          </p:cNvPr>
          <p:cNvSpPr txBox="1"/>
          <p:nvPr/>
        </p:nvSpPr>
        <p:spPr>
          <a:xfrm>
            <a:off x="1413955" y="7322397"/>
            <a:ext cx="7112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dirty="0">
                <a:latin typeface="Calibri"/>
                <a:cs typeface="Calibri"/>
              </a:rPr>
              <a:t>2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23" name="object 429">
            <a:extLst>
              <a:ext uri="{FF2B5EF4-FFF2-40B4-BE49-F238E27FC236}">
                <a16:creationId xmlns:a16="http://schemas.microsoft.com/office/drawing/2014/main" id="{EB95F800-0850-6C0D-3505-3A504F8CB47F}"/>
              </a:ext>
            </a:extLst>
          </p:cNvPr>
          <p:cNvSpPr txBox="1"/>
          <p:nvPr/>
        </p:nvSpPr>
        <p:spPr>
          <a:xfrm>
            <a:off x="1744498" y="7322397"/>
            <a:ext cx="45910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Calibri"/>
                <a:cs typeface="Calibri"/>
              </a:rPr>
              <a:t>/2,%*05(&gt;(*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24" name="object 430">
            <a:extLst>
              <a:ext uri="{FF2B5EF4-FFF2-40B4-BE49-F238E27FC236}">
                <a16:creationId xmlns:a16="http://schemas.microsoft.com/office/drawing/2014/main" id="{26CFF124-E88E-D683-0E8C-01A0367A7A03}"/>
              </a:ext>
            </a:extLst>
          </p:cNvPr>
          <p:cNvSpPr txBox="1"/>
          <p:nvPr/>
        </p:nvSpPr>
        <p:spPr>
          <a:xfrm>
            <a:off x="7494822" y="7322397"/>
            <a:ext cx="55499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20" dirty="0">
                <a:latin typeface="Calibri"/>
                <a:cs typeface="Calibri"/>
              </a:rPr>
              <a:t>,80&lt;#??;#:9:3";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25" name="object 431">
            <a:extLst>
              <a:ext uri="{FF2B5EF4-FFF2-40B4-BE49-F238E27FC236}">
                <a16:creationId xmlns:a16="http://schemas.microsoft.com/office/drawing/2014/main" id="{7AB84C8A-5B42-B40D-4435-5E77EB91485C}"/>
              </a:ext>
            </a:extLst>
          </p:cNvPr>
          <p:cNvSpPr txBox="1"/>
          <p:nvPr/>
        </p:nvSpPr>
        <p:spPr>
          <a:xfrm>
            <a:off x="1334950" y="7507911"/>
            <a:ext cx="15303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50" dirty="0">
                <a:latin typeface="Calibri"/>
                <a:cs typeface="Calibri"/>
              </a:rPr>
              <a:t>!;</a:t>
            </a:r>
            <a:r>
              <a:rPr sz="700" b="1" spc="-10" dirty="0">
                <a:latin typeface="Calibri"/>
                <a:cs typeface="Calibri"/>
              </a:rPr>
              <a:t>#</a:t>
            </a:r>
            <a:r>
              <a:rPr sz="700" b="1" spc="-60" dirty="0">
                <a:latin typeface="Calibri"/>
                <a:cs typeface="Calibri"/>
              </a:rPr>
              <a:t>!</a:t>
            </a:r>
            <a:r>
              <a:rPr sz="700" b="1" spc="-70" dirty="0">
                <a:latin typeface="Calibri"/>
                <a:cs typeface="Calibri"/>
              </a:rPr>
              <a:t>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26" name="object 432">
            <a:extLst>
              <a:ext uri="{FF2B5EF4-FFF2-40B4-BE49-F238E27FC236}">
                <a16:creationId xmlns:a16="http://schemas.microsoft.com/office/drawing/2014/main" id="{BEF11CE4-50BA-456D-F564-FCC7214ECF87}"/>
              </a:ext>
            </a:extLst>
          </p:cNvPr>
          <p:cNvSpPr txBox="1"/>
          <p:nvPr/>
        </p:nvSpPr>
        <p:spPr>
          <a:xfrm>
            <a:off x="1744587" y="7507911"/>
            <a:ext cx="93345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20" dirty="0">
                <a:latin typeface="Calibri"/>
                <a:cs typeface="Calibri"/>
              </a:rPr>
              <a:t>&amp;1'/A(-B1*010,1+(,%&amp;%*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27" name="object 433">
            <a:extLst>
              <a:ext uri="{FF2B5EF4-FFF2-40B4-BE49-F238E27FC236}">
                <a16:creationId xmlns:a16="http://schemas.microsoft.com/office/drawing/2014/main" id="{51042A2F-D90B-75D4-F81D-F80A0E19F4EE}"/>
              </a:ext>
            </a:extLst>
          </p:cNvPr>
          <p:cNvSpPr txBox="1"/>
          <p:nvPr/>
        </p:nvSpPr>
        <p:spPr>
          <a:xfrm>
            <a:off x="7555315" y="7507911"/>
            <a:ext cx="56451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0" dirty="0">
                <a:latin typeface="Calibri"/>
                <a:cs typeface="Calibri"/>
              </a:rPr>
              <a:t>,80"=#9@$39$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28" name="object 434">
            <a:extLst>
              <a:ext uri="{FF2B5EF4-FFF2-40B4-BE49-F238E27FC236}">
                <a16:creationId xmlns:a16="http://schemas.microsoft.com/office/drawing/2014/main" id="{E6903A6B-FEEE-CF3C-CF0E-296EB34F5A3B}"/>
              </a:ext>
            </a:extLst>
          </p:cNvPr>
          <p:cNvSpPr txBox="1"/>
          <p:nvPr/>
        </p:nvSpPr>
        <p:spPr>
          <a:xfrm>
            <a:off x="1334950" y="7693690"/>
            <a:ext cx="16256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50" dirty="0">
                <a:latin typeface="Calibri"/>
                <a:cs typeface="Calibri"/>
              </a:rPr>
              <a:t>!;</a:t>
            </a:r>
            <a:r>
              <a:rPr sz="700" b="1" spc="-10" dirty="0">
                <a:latin typeface="Calibri"/>
                <a:cs typeface="Calibri"/>
              </a:rPr>
              <a:t>#</a:t>
            </a:r>
            <a:r>
              <a:rPr sz="700" b="1" spc="-60" dirty="0">
                <a:latin typeface="Calibri"/>
                <a:cs typeface="Calibri"/>
              </a:rPr>
              <a:t>!</a:t>
            </a:r>
            <a:r>
              <a:rPr sz="700" b="1" spc="-75" dirty="0">
                <a:latin typeface="Calibri"/>
                <a:cs typeface="Calibri"/>
              </a:rPr>
              <a:t>"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29" name="object 435">
            <a:extLst>
              <a:ext uri="{FF2B5EF4-FFF2-40B4-BE49-F238E27FC236}">
                <a16:creationId xmlns:a16="http://schemas.microsoft.com/office/drawing/2014/main" id="{A719CF51-F0B7-D878-4C71-B608BD3C1170}"/>
              </a:ext>
            </a:extLst>
          </p:cNvPr>
          <p:cNvSpPr txBox="1"/>
          <p:nvPr/>
        </p:nvSpPr>
        <p:spPr>
          <a:xfrm>
            <a:off x="1744587" y="7693690"/>
            <a:ext cx="271907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0" dirty="0">
                <a:latin typeface="Calibri"/>
                <a:cs typeface="Calibri"/>
              </a:rPr>
              <a:t>%A&gt;1)%,(%306(*/30,1&gt;1*+('1)+/*30C/,,/*301*D4%&amp;,(%*010(*)+%A%-B1*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30" name="object 436">
            <a:extLst>
              <a:ext uri="{FF2B5EF4-FFF2-40B4-BE49-F238E27FC236}">
                <a16:creationId xmlns:a16="http://schemas.microsoft.com/office/drawing/2014/main" id="{0C839B38-2A36-2459-4E6F-63CD7199AF0F}"/>
              </a:ext>
            </a:extLst>
          </p:cNvPr>
          <p:cNvSpPr txBox="1"/>
          <p:nvPr/>
        </p:nvSpPr>
        <p:spPr>
          <a:xfrm>
            <a:off x="7555315" y="7693690"/>
            <a:ext cx="56451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0" dirty="0">
                <a:latin typeface="Calibri"/>
                <a:cs typeface="Calibri"/>
              </a:rPr>
              <a:t>,80"=#9@$39$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31" name="object 437">
            <a:extLst>
              <a:ext uri="{FF2B5EF4-FFF2-40B4-BE49-F238E27FC236}">
                <a16:creationId xmlns:a16="http://schemas.microsoft.com/office/drawing/2014/main" id="{D63F7202-21C9-105D-950E-6F37374C3484}"/>
              </a:ext>
            </a:extLst>
          </p:cNvPr>
          <p:cNvSpPr txBox="1"/>
          <p:nvPr/>
        </p:nvSpPr>
        <p:spPr>
          <a:xfrm>
            <a:off x="1278974" y="7902404"/>
            <a:ext cx="28702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Calibri"/>
                <a:cs typeface="Calibri"/>
              </a:rPr>
              <a:t>!E</a:t>
            </a:r>
            <a:r>
              <a:rPr sz="700" dirty="0">
                <a:latin typeface="Calibri"/>
                <a:cs typeface="Calibri"/>
              </a:rPr>
              <a:t>#</a:t>
            </a:r>
            <a:r>
              <a:rPr sz="700" spc="-50" dirty="0">
                <a:latin typeface="Calibri"/>
                <a:cs typeface="Calibri"/>
              </a:rPr>
              <a:t>!"</a:t>
            </a:r>
            <a:r>
              <a:rPr sz="700" dirty="0">
                <a:latin typeface="Calibri"/>
                <a:cs typeface="Calibri"/>
              </a:rPr>
              <a:t>#</a:t>
            </a:r>
            <a:r>
              <a:rPr sz="700" spc="-60" dirty="0">
                <a:latin typeface="Calibri"/>
                <a:cs typeface="Calibri"/>
              </a:rPr>
              <a:t>!</a:t>
            </a:r>
            <a:r>
              <a:rPr sz="700" spc="-50" dirty="0">
                <a:latin typeface="Calibri"/>
                <a:cs typeface="Calibri"/>
              </a:rPr>
              <a:t>"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32" name="object 438">
            <a:extLst>
              <a:ext uri="{FF2B5EF4-FFF2-40B4-BE49-F238E27FC236}">
                <a16:creationId xmlns:a16="http://schemas.microsoft.com/office/drawing/2014/main" id="{3912FCEA-E579-FC72-918D-DCB1BCE8F29D}"/>
              </a:ext>
            </a:extLst>
          </p:cNvPr>
          <p:cNvSpPr txBox="1"/>
          <p:nvPr/>
        </p:nvSpPr>
        <p:spPr>
          <a:xfrm>
            <a:off x="1744587" y="7846829"/>
            <a:ext cx="299720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Calibri"/>
                <a:cs typeface="Calibri"/>
              </a:rPr>
              <a:t>V*H36(;N3+,*+)(93+,*+?3-?1*:3+*9)*99'10+"$?H+S+0A*1:'10+)010+60-;0H*-:3+,*+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33" name="object 439">
            <a:extLst>
              <a:ext uri="{FF2B5EF4-FFF2-40B4-BE49-F238E27FC236}">
                <a16:creationId xmlns:a16="http://schemas.microsoft.com/office/drawing/2014/main" id="{F083E923-BFEF-4486-3033-A8EA0485900D}"/>
              </a:ext>
            </a:extLst>
          </p:cNvPr>
          <p:cNvSpPr txBox="1"/>
          <p:nvPr/>
        </p:nvSpPr>
        <p:spPr>
          <a:xfrm>
            <a:off x="1744557" y="7962607"/>
            <a:ext cx="47180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Calibri"/>
                <a:cs typeface="Calibri"/>
              </a:rPr>
              <a:t>(-9:060;&lt;*9#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34" name="object 440">
            <a:extLst>
              <a:ext uri="{FF2B5EF4-FFF2-40B4-BE49-F238E27FC236}">
                <a16:creationId xmlns:a16="http://schemas.microsoft.com/office/drawing/2014/main" id="{09AE3D34-A441-CAEE-587D-73078F225F82}"/>
              </a:ext>
            </a:extLst>
          </p:cNvPr>
          <p:cNvSpPr txBox="1"/>
          <p:nvPr/>
        </p:nvSpPr>
        <p:spPr>
          <a:xfrm>
            <a:off x="4910742" y="7902359"/>
            <a:ext cx="116776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Calibri"/>
                <a:cs typeface="Calibri"/>
              </a:rPr>
              <a:t>HW</a:t>
            </a:r>
            <a:r>
              <a:rPr sz="700" spc="165" dirty="0">
                <a:latin typeface="Calibri"/>
                <a:cs typeface="Calibri"/>
              </a:rPr>
              <a:t>   </a:t>
            </a:r>
            <a:r>
              <a:rPr sz="700" spc="-110" dirty="0">
                <a:latin typeface="Calibri"/>
                <a:cs typeface="Calibri"/>
              </a:rPr>
              <a:t>++++"+F+7+U+P++</a:t>
            </a:r>
            <a:r>
              <a:rPr sz="700" spc="100" dirty="0">
                <a:latin typeface="Calibri"/>
                <a:cs typeface="Calibri"/>
              </a:rPr>
              <a:t> </a:t>
            </a:r>
            <a:r>
              <a:rPr sz="700" spc="110" dirty="0">
                <a:latin typeface="Calibri"/>
                <a:cs typeface="Calibri"/>
              </a:rPr>
              <a:t> </a:t>
            </a:r>
            <a:r>
              <a:rPr sz="700" spc="-15" dirty="0">
                <a:latin typeface="Calibri"/>
                <a:cs typeface="Calibri"/>
              </a:rPr>
              <a:t>BC+"P!7!!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35" name="object 441">
            <a:extLst>
              <a:ext uri="{FF2B5EF4-FFF2-40B4-BE49-F238E27FC236}">
                <a16:creationId xmlns:a16="http://schemas.microsoft.com/office/drawing/2014/main" id="{B7B53A92-EF04-727E-3CEA-28DFCA6878BE}"/>
              </a:ext>
            </a:extLst>
          </p:cNvPr>
          <p:cNvSpPr txBox="1"/>
          <p:nvPr/>
        </p:nvSpPr>
        <p:spPr>
          <a:xfrm>
            <a:off x="6349475" y="7902359"/>
            <a:ext cx="37655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Calibri"/>
                <a:cs typeface="Calibri"/>
              </a:rPr>
              <a:t>BC+EF!7!!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36" name="object 442">
            <a:extLst>
              <a:ext uri="{FF2B5EF4-FFF2-40B4-BE49-F238E27FC236}">
                <a16:creationId xmlns:a16="http://schemas.microsoft.com/office/drawing/2014/main" id="{2942E110-A162-C64F-224B-7DF774B94B0A}"/>
              </a:ext>
            </a:extLst>
          </p:cNvPr>
          <p:cNvSpPr txBox="1"/>
          <p:nvPr/>
        </p:nvSpPr>
        <p:spPr>
          <a:xfrm>
            <a:off x="6978057" y="7902359"/>
            <a:ext cx="38544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latin typeface="Calibri"/>
                <a:cs typeface="Calibri"/>
              </a:rPr>
              <a:t>B</a:t>
            </a:r>
            <a:r>
              <a:rPr sz="700" spc="40" dirty="0">
                <a:latin typeface="Calibri"/>
                <a:cs typeface="Calibri"/>
              </a:rPr>
              <a:t>C</a:t>
            </a:r>
            <a:r>
              <a:rPr sz="700" spc="50" dirty="0">
                <a:latin typeface="Calibri"/>
                <a:cs typeface="Calibri"/>
              </a:rPr>
              <a:t>+</a:t>
            </a:r>
            <a:r>
              <a:rPr sz="700" spc="-20" dirty="0">
                <a:latin typeface="Calibri"/>
                <a:cs typeface="Calibri"/>
              </a:rPr>
              <a:t>RR!</a:t>
            </a:r>
            <a:r>
              <a:rPr sz="700" spc="5" dirty="0">
                <a:latin typeface="Calibri"/>
                <a:cs typeface="Calibri"/>
              </a:rPr>
              <a:t>7</a:t>
            </a:r>
            <a:r>
              <a:rPr sz="700" spc="-60" dirty="0">
                <a:latin typeface="Calibri"/>
                <a:cs typeface="Calibri"/>
              </a:rPr>
              <a:t>!</a:t>
            </a:r>
            <a:r>
              <a:rPr sz="700" spc="-70" dirty="0">
                <a:latin typeface="Calibri"/>
                <a:cs typeface="Calibri"/>
              </a:rPr>
              <a:t>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37" name="object 443">
            <a:extLst>
              <a:ext uri="{FF2B5EF4-FFF2-40B4-BE49-F238E27FC236}">
                <a16:creationId xmlns:a16="http://schemas.microsoft.com/office/drawing/2014/main" id="{4300DEC2-2A82-FDD7-7466-EE5A9856A64A}"/>
              </a:ext>
            </a:extLst>
          </p:cNvPr>
          <p:cNvSpPr txBox="1"/>
          <p:nvPr/>
        </p:nvSpPr>
        <p:spPr>
          <a:xfrm>
            <a:off x="7578650" y="7902359"/>
            <a:ext cx="51879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latin typeface="Calibri"/>
                <a:cs typeface="Calibri"/>
              </a:rPr>
              <a:t>B</a:t>
            </a:r>
            <a:r>
              <a:rPr sz="700" spc="40" dirty="0">
                <a:latin typeface="Calibri"/>
                <a:cs typeface="Calibri"/>
              </a:rPr>
              <a:t>C</a:t>
            </a:r>
            <a:r>
              <a:rPr sz="700" spc="50" dirty="0">
                <a:latin typeface="Calibri"/>
                <a:cs typeface="Calibri"/>
              </a:rPr>
              <a:t>+</a:t>
            </a:r>
            <a:r>
              <a:rPr sz="700" spc="40" dirty="0">
                <a:latin typeface="Calibri"/>
                <a:cs typeface="Calibri"/>
              </a:rPr>
              <a:t>D</a:t>
            </a:r>
            <a:r>
              <a:rPr sz="700" dirty="0">
                <a:latin typeface="Calibri"/>
                <a:cs typeface="Calibri"/>
              </a:rPr>
              <a:t>#</a:t>
            </a:r>
            <a:r>
              <a:rPr sz="700" spc="-35" dirty="0">
                <a:latin typeface="Calibri"/>
                <a:cs typeface="Calibri"/>
              </a:rPr>
              <a:t>!E!</a:t>
            </a:r>
            <a:r>
              <a:rPr sz="700" spc="5" dirty="0">
                <a:latin typeface="Calibri"/>
                <a:cs typeface="Calibri"/>
              </a:rPr>
              <a:t>7</a:t>
            </a:r>
            <a:r>
              <a:rPr sz="700" spc="10" dirty="0">
                <a:latin typeface="Calibri"/>
                <a:cs typeface="Calibri"/>
              </a:rPr>
              <a:t>U</a:t>
            </a:r>
            <a:r>
              <a:rPr sz="700" spc="15" dirty="0">
                <a:latin typeface="Calibri"/>
                <a:cs typeface="Calibri"/>
              </a:rPr>
              <a:t>F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38" name="object 444">
            <a:extLst>
              <a:ext uri="{FF2B5EF4-FFF2-40B4-BE49-F238E27FC236}">
                <a16:creationId xmlns:a16="http://schemas.microsoft.com/office/drawing/2014/main" id="{357E1936-95A0-922A-8B51-33637287863F}"/>
              </a:ext>
            </a:extLst>
          </p:cNvPr>
          <p:cNvSpPr txBox="1"/>
          <p:nvPr/>
        </p:nvSpPr>
        <p:spPr>
          <a:xfrm>
            <a:off x="1279103" y="8111073"/>
            <a:ext cx="30099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Calibri"/>
                <a:cs typeface="Calibri"/>
              </a:rPr>
              <a:t>!E</a:t>
            </a:r>
            <a:r>
              <a:rPr sz="700" dirty="0">
                <a:latin typeface="Calibri"/>
                <a:cs typeface="Calibri"/>
              </a:rPr>
              <a:t>#</a:t>
            </a:r>
            <a:r>
              <a:rPr sz="700" spc="-50" dirty="0">
                <a:latin typeface="Calibri"/>
                <a:cs typeface="Calibri"/>
              </a:rPr>
              <a:t>!"</a:t>
            </a:r>
            <a:r>
              <a:rPr sz="700" dirty="0">
                <a:latin typeface="Calibri"/>
                <a:cs typeface="Calibri"/>
              </a:rPr>
              <a:t>#</a:t>
            </a:r>
            <a:r>
              <a:rPr sz="700" spc="-60" dirty="0">
                <a:latin typeface="Calibri"/>
                <a:cs typeface="Calibri"/>
              </a:rPr>
              <a:t>!</a:t>
            </a:r>
            <a:r>
              <a:rPr sz="700" dirty="0">
                <a:latin typeface="Calibri"/>
                <a:cs typeface="Calibri"/>
              </a:rPr>
              <a:t>E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39" name="object 445">
            <a:extLst>
              <a:ext uri="{FF2B5EF4-FFF2-40B4-BE49-F238E27FC236}">
                <a16:creationId xmlns:a16="http://schemas.microsoft.com/office/drawing/2014/main" id="{C1D7CF9C-2ADC-A17E-3CBD-EAED0657D873}"/>
              </a:ext>
            </a:extLst>
          </p:cNvPr>
          <p:cNvSpPr txBox="1"/>
          <p:nvPr/>
        </p:nvSpPr>
        <p:spPr>
          <a:xfrm>
            <a:off x="5157587" y="8111073"/>
            <a:ext cx="950594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75" dirty="0">
                <a:latin typeface="Calibri"/>
                <a:cs typeface="Calibri"/>
              </a:rPr>
              <a:t>+++++!+7+R+$++++BC++"#P!!7!!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40" name="object 446">
            <a:extLst>
              <a:ext uri="{FF2B5EF4-FFF2-40B4-BE49-F238E27FC236}">
                <a16:creationId xmlns:a16="http://schemas.microsoft.com/office/drawing/2014/main" id="{46608EDF-22B3-F4E2-03F3-32797819B939}"/>
              </a:ext>
            </a:extLst>
          </p:cNvPr>
          <p:cNvSpPr txBox="1"/>
          <p:nvPr/>
        </p:nvSpPr>
        <p:spPr>
          <a:xfrm>
            <a:off x="6312364" y="8111073"/>
            <a:ext cx="457834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Calibri"/>
                <a:cs typeface="Calibri"/>
              </a:rPr>
              <a:t>BC+E#U!!7!!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41" name="object 447">
            <a:extLst>
              <a:ext uri="{FF2B5EF4-FFF2-40B4-BE49-F238E27FC236}">
                <a16:creationId xmlns:a16="http://schemas.microsoft.com/office/drawing/2014/main" id="{B2CD8AD8-7D85-4B63-1547-6DF33B22F885}"/>
              </a:ext>
            </a:extLst>
          </p:cNvPr>
          <p:cNvSpPr txBox="1"/>
          <p:nvPr/>
        </p:nvSpPr>
        <p:spPr>
          <a:xfrm>
            <a:off x="6945640" y="8111073"/>
            <a:ext cx="44958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Calibri"/>
                <a:cs typeface="Calibri"/>
              </a:rPr>
              <a:t>BC+R#$!!7!!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42" name="object 448">
            <a:extLst>
              <a:ext uri="{FF2B5EF4-FFF2-40B4-BE49-F238E27FC236}">
                <a16:creationId xmlns:a16="http://schemas.microsoft.com/office/drawing/2014/main" id="{A64032AD-B64C-889E-0877-BA2BE454871E}"/>
              </a:ext>
            </a:extLst>
          </p:cNvPr>
          <p:cNvSpPr txBox="1"/>
          <p:nvPr/>
        </p:nvSpPr>
        <p:spPr>
          <a:xfrm>
            <a:off x="7616027" y="8111073"/>
            <a:ext cx="36703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Calibri"/>
                <a:cs typeface="Calibri"/>
              </a:rPr>
              <a:t>BC+P"!7!!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43" name="object 449">
            <a:extLst>
              <a:ext uri="{FF2B5EF4-FFF2-40B4-BE49-F238E27FC236}">
                <a16:creationId xmlns:a16="http://schemas.microsoft.com/office/drawing/2014/main" id="{532B2EA0-68CB-E1D2-A810-3E23ACCF538E}"/>
              </a:ext>
            </a:extLst>
          </p:cNvPr>
          <p:cNvSpPr txBox="1"/>
          <p:nvPr/>
        </p:nvSpPr>
        <p:spPr>
          <a:xfrm>
            <a:off x="1279281" y="8333814"/>
            <a:ext cx="31623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Calibri"/>
                <a:cs typeface="Calibri"/>
              </a:rPr>
              <a:t>!E</a:t>
            </a:r>
            <a:r>
              <a:rPr sz="700" dirty="0">
                <a:latin typeface="Calibri"/>
                <a:cs typeface="Calibri"/>
              </a:rPr>
              <a:t>#</a:t>
            </a:r>
            <a:r>
              <a:rPr sz="700" spc="-50" dirty="0">
                <a:latin typeface="Calibri"/>
                <a:cs typeface="Calibri"/>
              </a:rPr>
              <a:t>!"</a:t>
            </a:r>
            <a:r>
              <a:rPr sz="700" dirty="0">
                <a:latin typeface="Calibri"/>
                <a:cs typeface="Calibri"/>
              </a:rPr>
              <a:t>#</a:t>
            </a:r>
            <a:r>
              <a:rPr sz="700" spc="-60" dirty="0">
                <a:latin typeface="Calibri"/>
                <a:cs typeface="Calibri"/>
              </a:rPr>
              <a:t>!</a:t>
            </a:r>
            <a:r>
              <a:rPr sz="700" spc="30" dirty="0">
                <a:latin typeface="Calibri"/>
                <a:cs typeface="Calibri"/>
              </a:rPr>
              <a:t>D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44" name="object 450">
            <a:extLst>
              <a:ext uri="{FF2B5EF4-FFF2-40B4-BE49-F238E27FC236}">
                <a16:creationId xmlns:a16="http://schemas.microsoft.com/office/drawing/2014/main" id="{61244E49-BD26-DE3C-0872-8408AC73389B}"/>
              </a:ext>
            </a:extLst>
          </p:cNvPr>
          <p:cNvSpPr txBox="1"/>
          <p:nvPr/>
        </p:nvSpPr>
        <p:spPr>
          <a:xfrm>
            <a:off x="1744716" y="8111073"/>
            <a:ext cx="3323590" cy="354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78810" algn="l"/>
              </a:tabLst>
            </a:pPr>
            <a:r>
              <a:rPr sz="700" spc="-5" dirty="0">
                <a:latin typeface="Calibri"/>
                <a:cs typeface="Calibri"/>
              </a:rPr>
              <a:t>V</a:t>
            </a:r>
            <a:r>
              <a:rPr sz="700" spc="-80" dirty="0">
                <a:latin typeface="Calibri"/>
                <a:cs typeface="Calibri"/>
              </a:rPr>
              <a:t>*</a:t>
            </a:r>
            <a:r>
              <a:rPr sz="700" spc="5" dirty="0">
                <a:latin typeface="Calibri"/>
                <a:cs typeface="Calibri"/>
              </a:rPr>
              <a:t>H</a:t>
            </a:r>
            <a:r>
              <a:rPr sz="700" dirty="0">
                <a:latin typeface="Calibri"/>
                <a:cs typeface="Calibri"/>
              </a:rPr>
              <a:t>3</a:t>
            </a:r>
            <a:r>
              <a:rPr sz="700" spc="-15" dirty="0">
                <a:latin typeface="Calibri"/>
                <a:cs typeface="Calibri"/>
              </a:rPr>
              <a:t>6</a:t>
            </a:r>
            <a:r>
              <a:rPr sz="700" spc="-30" dirty="0">
                <a:latin typeface="Calibri"/>
                <a:cs typeface="Calibri"/>
              </a:rPr>
              <a:t>(</a:t>
            </a:r>
            <a:r>
              <a:rPr sz="700" spc="-45" dirty="0">
                <a:latin typeface="Calibri"/>
                <a:cs typeface="Calibri"/>
              </a:rPr>
              <a:t>;</a:t>
            </a:r>
            <a:r>
              <a:rPr sz="700" spc="-5" dirty="0">
                <a:latin typeface="Calibri"/>
                <a:cs typeface="Calibri"/>
              </a:rPr>
              <a:t>N</a:t>
            </a:r>
            <a:r>
              <a:rPr sz="700" dirty="0">
                <a:latin typeface="Calibri"/>
                <a:cs typeface="Calibri"/>
              </a:rPr>
              <a:t>3</a:t>
            </a:r>
            <a:r>
              <a:rPr sz="700" spc="50" dirty="0">
                <a:latin typeface="Calibri"/>
                <a:cs typeface="Calibri"/>
              </a:rPr>
              <a:t>+</a:t>
            </a:r>
            <a:r>
              <a:rPr sz="700" spc="-35" dirty="0">
                <a:latin typeface="Calibri"/>
                <a:cs typeface="Calibri"/>
              </a:rPr>
              <a:t>,</a:t>
            </a:r>
            <a:r>
              <a:rPr sz="700" spc="-80" dirty="0">
                <a:latin typeface="Calibri"/>
                <a:cs typeface="Calibri"/>
              </a:rPr>
              <a:t>*</a:t>
            </a:r>
            <a:r>
              <a:rPr sz="700" spc="50" dirty="0">
                <a:latin typeface="Calibri"/>
                <a:cs typeface="Calibri"/>
              </a:rPr>
              <a:t>+</a:t>
            </a:r>
            <a:r>
              <a:rPr sz="700" spc="30" dirty="0">
                <a:latin typeface="Calibri"/>
                <a:cs typeface="Calibri"/>
              </a:rPr>
              <a:t>X</a:t>
            </a:r>
            <a:r>
              <a:rPr sz="700" spc="-30" dirty="0">
                <a:latin typeface="Calibri"/>
                <a:cs typeface="Calibri"/>
              </a:rPr>
              <a:t>(</a:t>
            </a:r>
            <a:r>
              <a:rPr sz="700" spc="15" dirty="0">
                <a:latin typeface="Calibri"/>
                <a:cs typeface="Calibri"/>
              </a:rPr>
              <a:t>9</a:t>
            </a:r>
            <a:r>
              <a:rPr sz="700" dirty="0">
                <a:latin typeface="Calibri"/>
                <a:cs typeface="Calibri"/>
              </a:rPr>
              <a:t>3</a:t>
            </a:r>
            <a:r>
              <a:rPr sz="700" spc="50" dirty="0">
                <a:latin typeface="Calibri"/>
                <a:cs typeface="Calibri"/>
              </a:rPr>
              <a:t>+</a:t>
            </a:r>
            <a:r>
              <a:rPr sz="700" spc="-35" dirty="0">
                <a:latin typeface="Calibri"/>
                <a:cs typeface="Calibri"/>
              </a:rPr>
              <a:t>,</a:t>
            </a:r>
            <a:r>
              <a:rPr sz="700" spc="-80" dirty="0">
                <a:latin typeface="Calibri"/>
                <a:cs typeface="Calibri"/>
              </a:rPr>
              <a:t>*</a:t>
            </a:r>
            <a:r>
              <a:rPr sz="700" spc="50" dirty="0">
                <a:latin typeface="Calibri"/>
                <a:cs typeface="Calibri"/>
              </a:rPr>
              <a:t>+</a:t>
            </a:r>
            <a:r>
              <a:rPr sz="700" spc="-45" dirty="0">
                <a:latin typeface="Calibri"/>
                <a:cs typeface="Calibri"/>
              </a:rPr>
              <a:t>?</a:t>
            </a:r>
            <a:r>
              <a:rPr sz="700" spc="-5" dirty="0">
                <a:latin typeface="Calibri"/>
                <a:cs typeface="Calibri"/>
              </a:rPr>
              <a:t>3</a:t>
            </a:r>
            <a:r>
              <a:rPr sz="700" spc="-25" dirty="0">
                <a:latin typeface="Calibri"/>
                <a:cs typeface="Calibri"/>
              </a:rPr>
              <a:t>-?</a:t>
            </a:r>
            <a:r>
              <a:rPr sz="700" spc="10" dirty="0">
                <a:latin typeface="Calibri"/>
                <a:cs typeface="Calibri"/>
              </a:rPr>
              <a:t>1</a:t>
            </a:r>
            <a:r>
              <a:rPr sz="700" spc="-80" dirty="0">
                <a:latin typeface="Calibri"/>
                <a:cs typeface="Calibri"/>
              </a:rPr>
              <a:t>*</a:t>
            </a:r>
            <a:r>
              <a:rPr sz="700" spc="-60" dirty="0">
                <a:latin typeface="Calibri"/>
                <a:cs typeface="Calibri"/>
              </a:rPr>
              <a:t>:</a:t>
            </a:r>
            <a:r>
              <a:rPr sz="700" dirty="0">
                <a:latin typeface="Calibri"/>
                <a:cs typeface="Calibri"/>
              </a:rPr>
              <a:t>3</a:t>
            </a:r>
            <a:r>
              <a:rPr sz="700" spc="50" dirty="0">
                <a:latin typeface="Calibri"/>
                <a:cs typeface="Calibri"/>
              </a:rPr>
              <a:t>+</a:t>
            </a:r>
            <a:r>
              <a:rPr sz="700" spc="5" dirty="0">
                <a:latin typeface="Calibri"/>
                <a:cs typeface="Calibri"/>
              </a:rPr>
              <a:t>2</a:t>
            </a:r>
            <a:r>
              <a:rPr sz="700" spc="-80" dirty="0">
                <a:latin typeface="Calibri"/>
                <a:cs typeface="Calibri"/>
              </a:rPr>
              <a:t>*</a:t>
            </a:r>
            <a:r>
              <a:rPr sz="700" spc="-15" dirty="0">
                <a:latin typeface="Calibri"/>
                <a:cs typeface="Calibri"/>
              </a:rPr>
              <a:t>6</a:t>
            </a:r>
            <a:r>
              <a:rPr sz="700" spc="-80" dirty="0">
                <a:latin typeface="Calibri"/>
                <a:cs typeface="Calibri"/>
              </a:rPr>
              <a:t>*</a:t>
            </a:r>
            <a:r>
              <a:rPr sz="700" spc="10" dirty="0">
                <a:latin typeface="Calibri"/>
                <a:cs typeface="Calibri"/>
              </a:rPr>
              <a:t>5</a:t>
            </a:r>
            <a:r>
              <a:rPr sz="700" spc="-5" dirty="0">
                <a:latin typeface="Calibri"/>
                <a:cs typeface="Calibri"/>
              </a:rPr>
              <a:t>0</a:t>
            </a:r>
            <a:r>
              <a:rPr sz="700" spc="-15" dirty="0">
                <a:latin typeface="Calibri"/>
                <a:cs typeface="Calibri"/>
              </a:rPr>
              <a:t>,3</a:t>
            </a:r>
            <a:r>
              <a:rPr sz="700" spc="10" dirty="0">
                <a:latin typeface="Calibri"/>
                <a:cs typeface="Calibri"/>
              </a:rPr>
              <a:t>1</a:t>
            </a:r>
            <a:r>
              <a:rPr sz="700" spc="-114" dirty="0">
                <a:latin typeface="Calibri"/>
                <a:cs typeface="Calibri"/>
              </a:rPr>
              <a:t>@</a:t>
            </a:r>
            <a:r>
              <a:rPr sz="700" dirty="0">
                <a:latin typeface="Calibri"/>
                <a:cs typeface="Calibri"/>
              </a:rPr>
              <a:t>	</a:t>
            </a:r>
            <a:r>
              <a:rPr sz="700" spc="5" dirty="0">
                <a:latin typeface="Calibri"/>
                <a:cs typeface="Calibri"/>
              </a:rPr>
              <a:t>H</a:t>
            </a:r>
            <a:r>
              <a:rPr sz="700" spc="-35" dirty="0">
                <a:latin typeface="Calibri"/>
                <a:cs typeface="Calibri"/>
              </a:rPr>
              <a:t>W</a:t>
            </a: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700" spc="-20" dirty="0">
                <a:latin typeface="Calibri"/>
                <a:cs typeface="Calibri"/>
              </a:rPr>
              <a:t>V*H36(;N3+,*+G0Y*+)1&gt;+H36,0,07+0)Q9+0+*M*?';N3+,3+1*L31;3+H*:=6(?3+2*6*50,31H@W#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45" name="object 451">
            <a:extLst>
              <a:ext uri="{FF2B5EF4-FFF2-40B4-BE49-F238E27FC236}">
                <a16:creationId xmlns:a16="http://schemas.microsoft.com/office/drawing/2014/main" id="{4C7D3235-B1BD-8B93-29B4-120FE7698CE1}"/>
              </a:ext>
            </a:extLst>
          </p:cNvPr>
          <p:cNvSpPr txBox="1"/>
          <p:nvPr/>
        </p:nvSpPr>
        <p:spPr>
          <a:xfrm>
            <a:off x="6312629" y="8333814"/>
            <a:ext cx="457834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Calibri"/>
                <a:cs typeface="Calibri"/>
              </a:rPr>
              <a:t>BC+E#U!!7!!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46" name="object 452">
            <a:extLst>
              <a:ext uri="{FF2B5EF4-FFF2-40B4-BE49-F238E27FC236}">
                <a16:creationId xmlns:a16="http://schemas.microsoft.com/office/drawing/2014/main" id="{682FF9E2-A2F1-5FD8-F97B-0F9AECA833EB}"/>
              </a:ext>
            </a:extLst>
          </p:cNvPr>
          <p:cNvSpPr txBox="1"/>
          <p:nvPr/>
        </p:nvSpPr>
        <p:spPr>
          <a:xfrm>
            <a:off x="6945906" y="8333814"/>
            <a:ext cx="44958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Calibri"/>
                <a:cs typeface="Calibri"/>
              </a:rPr>
              <a:t>BC+R#$!!7!!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47" name="object 453">
            <a:extLst>
              <a:ext uri="{FF2B5EF4-FFF2-40B4-BE49-F238E27FC236}">
                <a16:creationId xmlns:a16="http://schemas.microsoft.com/office/drawing/2014/main" id="{570A0CA6-569A-7B73-BAC4-7C886D7AB402}"/>
              </a:ext>
            </a:extLst>
          </p:cNvPr>
          <p:cNvSpPr txBox="1"/>
          <p:nvPr/>
        </p:nvSpPr>
        <p:spPr>
          <a:xfrm>
            <a:off x="7616293" y="8333814"/>
            <a:ext cx="36703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Calibri"/>
                <a:cs typeface="Calibri"/>
              </a:rPr>
              <a:t>BC+P"!7!!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48" name="object 454">
            <a:extLst>
              <a:ext uri="{FF2B5EF4-FFF2-40B4-BE49-F238E27FC236}">
                <a16:creationId xmlns:a16="http://schemas.microsoft.com/office/drawing/2014/main" id="{1D29E092-98FF-B79A-9957-12A4EFAF4368}"/>
              </a:ext>
            </a:extLst>
          </p:cNvPr>
          <p:cNvSpPr txBox="1"/>
          <p:nvPr/>
        </p:nvSpPr>
        <p:spPr>
          <a:xfrm>
            <a:off x="1279546" y="8579755"/>
            <a:ext cx="30480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Calibri"/>
                <a:cs typeface="Calibri"/>
              </a:rPr>
              <a:t>!E</a:t>
            </a:r>
            <a:r>
              <a:rPr sz="700" dirty="0">
                <a:latin typeface="Calibri"/>
                <a:cs typeface="Calibri"/>
              </a:rPr>
              <a:t>#</a:t>
            </a:r>
            <a:r>
              <a:rPr sz="700" spc="-50" dirty="0">
                <a:latin typeface="Calibri"/>
                <a:cs typeface="Calibri"/>
              </a:rPr>
              <a:t>!"</a:t>
            </a:r>
            <a:r>
              <a:rPr sz="700" dirty="0">
                <a:latin typeface="Calibri"/>
                <a:cs typeface="Calibri"/>
              </a:rPr>
              <a:t>#</a:t>
            </a:r>
            <a:r>
              <a:rPr sz="700" spc="-60" dirty="0">
                <a:latin typeface="Calibri"/>
                <a:cs typeface="Calibri"/>
              </a:rPr>
              <a:t>!</a:t>
            </a:r>
            <a:r>
              <a:rPr sz="700" spc="-5" dirty="0">
                <a:latin typeface="Calibri"/>
                <a:cs typeface="Calibri"/>
              </a:rPr>
              <a:t>R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49" name="object 455">
            <a:extLst>
              <a:ext uri="{FF2B5EF4-FFF2-40B4-BE49-F238E27FC236}">
                <a16:creationId xmlns:a16="http://schemas.microsoft.com/office/drawing/2014/main" id="{F83426DC-AB1E-32B8-EC4A-DAF1AB4EF4BA}"/>
              </a:ext>
            </a:extLst>
          </p:cNvPr>
          <p:cNvSpPr txBox="1"/>
          <p:nvPr/>
        </p:nvSpPr>
        <p:spPr>
          <a:xfrm>
            <a:off x="6372786" y="8579737"/>
            <a:ext cx="34544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Calibri"/>
                <a:cs typeface="Calibri"/>
              </a:rPr>
              <a:t>BC+"P7!!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50" name="object 456">
            <a:extLst>
              <a:ext uri="{FF2B5EF4-FFF2-40B4-BE49-F238E27FC236}">
                <a16:creationId xmlns:a16="http://schemas.microsoft.com/office/drawing/2014/main" id="{D6D4C0AD-07C3-C057-2DF2-044AEFFF3E5D}"/>
              </a:ext>
            </a:extLst>
          </p:cNvPr>
          <p:cNvSpPr txBox="1"/>
          <p:nvPr/>
        </p:nvSpPr>
        <p:spPr>
          <a:xfrm>
            <a:off x="7001280" y="8579737"/>
            <a:ext cx="38036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latin typeface="Calibri"/>
                <a:cs typeface="Calibri"/>
              </a:rPr>
              <a:t>B</a:t>
            </a:r>
            <a:r>
              <a:rPr sz="700" spc="40" dirty="0">
                <a:latin typeface="Calibri"/>
                <a:cs typeface="Calibri"/>
              </a:rPr>
              <a:t>C</a:t>
            </a:r>
            <a:r>
              <a:rPr sz="700" spc="50" dirty="0">
                <a:latin typeface="Calibri"/>
                <a:cs typeface="Calibri"/>
              </a:rPr>
              <a:t>+</a:t>
            </a:r>
            <a:r>
              <a:rPr sz="700" spc="10" dirty="0">
                <a:latin typeface="Calibri"/>
                <a:cs typeface="Calibri"/>
              </a:rPr>
              <a:t>EE</a:t>
            </a:r>
            <a:r>
              <a:rPr sz="700" spc="5" dirty="0">
                <a:latin typeface="Calibri"/>
                <a:cs typeface="Calibri"/>
              </a:rPr>
              <a:t>7</a:t>
            </a:r>
            <a:r>
              <a:rPr sz="700" spc="10" dirty="0">
                <a:latin typeface="Calibri"/>
                <a:cs typeface="Calibri"/>
              </a:rPr>
              <a:t>$</a:t>
            </a:r>
            <a:r>
              <a:rPr sz="700" spc="-70" dirty="0">
                <a:latin typeface="Calibri"/>
                <a:cs typeface="Calibri"/>
              </a:rPr>
              <a:t>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51" name="object 457">
            <a:extLst>
              <a:ext uri="{FF2B5EF4-FFF2-40B4-BE49-F238E27FC236}">
                <a16:creationId xmlns:a16="http://schemas.microsoft.com/office/drawing/2014/main" id="{5C14D00D-43ED-916A-CAFA-6BAB26992639}"/>
              </a:ext>
            </a:extLst>
          </p:cNvPr>
          <p:cNvSpPr txBox="1"/>
          <p:nvPr/>
        </p:nvSpPr>
        <p:spPr>
          <a:xfrm>
            <a:off x="7578580" y="8579737"/>
            <a:ext cx="58102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latin typeface="Calibri"/>
                <a:cs typeface="Calibri"/>
              </a:rPr>
              <a:t>B</a:t>
            </a:r>
            <a:r>
              <a:rPr sz="700" spc="40" dirty="0">
                <a:latin typeface="Calibri"/>
                <a:cs typeface="Calibri"/>
              </a:rPr>
              <a:t>C</a:t>
            </a:r>
            <a:r>
              <a:rPr sz="700" spc="50" dirty="0">
                <a:latin typeface="Calibri"/>
                <a:cs typeface="Calibri"/>
              </a:rPr>
              <a:t>+</a:t>
            </a:r>
            <a:r>
              <a:rPr sz="700" spc="-40" dirty="0">
                <a:latin typeface="Calibri"/>
                <a:cs typeface="Calibri"/>
              </a:rPr>
              <a:t>"</a:t>
            </a:r>
            <a:r>
              <a:rPr sz="700" dirty="0">
                <a:latin typeface="Calibri"/>
                <a:cs typeface="Calibri"/>
              </a:rPr>
              <a:t>#</a:t>
            </a:r>
            <a:r>
              <a:rPr sz="700" spc="35" dirty="0">
                <a:latin typeface="Calibri"/>
                <a:cs typeface="Calibri"/>
              </a:rPr>
              <a:t>DDF</a:t>
            </a:r>
            <a:r>
              <a:rPr sz="700" spc="5" dirty="0">
                <a:latin typeface="Calibri"/>
                <a:cs typeface="Calibri"/>
              </a:rPr>
              <a:t>7</a:t>
            </a:r>
            <a:r>
              <a:rPr sz="700" spc="10" dirty="0">
                <a:latin typeface="Calibri"/>
                <a:cs typeface="Calibri"/>
              </a:rPr>
              <a:t>U</a:t>
            </a:r>
            <a:r>
              <a:rPr sz="700" dirty="0">
                <a:latin typeface="Calibri"/>
                <a:cs typeface="Calibri"/>
              </a:rPr>
              <a:t>U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52" name="object 458">
            <a:extLst>
              <a:ext uri="{FF2B5EF4-FFF2-40B4-BE49-F238E27FC236}">
                <a16:creationId xmlns:a16="http://schemas.microsoft.com/office/drawing/2014/main" id="{01D97A3C-15E6-9C97-7E19-51AECCF45A29}"/>
              </a:ext>
            </a:extLst>
          </p:cNvPr>
          <p:cNvSpPr txBox="1"/>
          <p:nvPr/>
        </p:nvSpPr>
        <p:spPr>
          <a:xfrm>
            <a:off x="1279033" y="8806977"/>
            <a:ext cx="30289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Calibri"/>
                <a:cs typeface="Calibri"/>
              </a:rPr>
              <a:t>!E</a:t>
            </a:r>
            <a:r>
              <a:rPr sz="700" dirty="0">
                <a:latin typeface="Calibri"/>
                <a:cs typeface="Calibri"/>
              </a:rPr>
              <a:t>#</a:t>
            </a:r>
            <a:r>
              <a:rPr sz="700" spc="-50" dirty="0">
                <a:latin typeface="Calibri"/>
                <a:cs typeface="Calibri"/>
              </a:rPr>
              <a:t>!"</a:t>
            </a:r>
            <a:r>
              <a:rPr sz="700" dirty="0">
                <a:latin typeface="Calibri"/>
                <a:cs typeface="Calibri"/>
              </a:rPr>
              <a:t>#</a:t>
            </a:r>
            <a:r>
              <a:rPr sz="700" spc="-60" dirty="0">
                <a:latin typeface="Calibri"/>
                <a:cs typeface="Calibri"/>
              </a:rPr>
              <a:t>!</a:t>
            </a:r>
            <a:r>
              <a:rPr sz="700" dirty="0">
                <a:latin typeface="Calibri"/>
                <a:cs typeface="Calibri"/>
              </a:rPr>
              <a:t>$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53" name="object 459">
            <a:extLst>
              <a:ext uri="{FF2B5EF4-FFF2-40B4-BE49-F238E27FC236}">
                <a16:creationId xmlns:a16="http://schemas.microsoft.com/office/drawing/2014/main" id="{45262D48-3D58-A4AE-6B46-57272FAFCEE6}"/>
              </a:ext>
            </a:extLst>
          </p:cNvPr>
          <p:cNvSpPr txBox="1"/>
          <p:nvPr/>
        </p:nvSpPr>
        <p:spPr>
          <a:xfrm>
            <a:off x="1744557" y="8513856"/>
            <a:ext cx="3075940" cy="3689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>
              <a:lnSpc>
                <a:spcPct val="106600"/>
              </a:lnSpc>
              <a:spcBef>
                <a:spcPts val="120"/>
              </a:spcBef>
            </a:pPr>
            <a:r>
              <a:rPr sz="700" spc="-5" dirty="0">
                <a:latin typeface="Calibri"/>
                <a:cs typeface="Calibri"/>
              </a:rPr>
              <a:t>B*:(10,0+*+.'01,0+,*+)05*1+)010+0+*M*?';N3+,0+=1*09+,0+4ZB7+43H)1*9931+*+ </a:t>
            </a:r>
            <a:r>
              <a:rPr sz="700" dirty="0">
                <a:latin typeface="Calibri"/>
                <a:cs typeface="Calibri"/>
              </a:rPr>
              <a:t> </a:t>
            </a:r>
            <a:r>
              <a:rPr sz="700" spc="-15" dirty="0">
                <a:latin typeface="Calibri"/>
                <a:cs typeface="Calibri"/>
              </a:rPr>
              <a:t>V*9?3H)1*99N3+%M:*1-0 </a:t>
            </a:r>
            <a:r>
              <a:rPr sz="700" spc="-10" dirty="0">
                <a:latin typeface="Calibri"/>
                <a:cs typeface="Calibri"/>
              </a:rPr>
              <a:t> </a:t>
            </a:r>
            <a:r>
              <a:rPr sz="700" spc="-5" dirty="0">
                <a:latin typeface="Calibri"/>
                <a:cs typeface="Calibri"/>
              </a:rPr>
              <a:t>B*:(10,0+,*+%9?0,0+*+)0:0H01+H*:=6(?3+2%(M3+\SEE+*+8SEE@7+(-?6'93+.'01,0+?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54" name="object 460">
            <a:extLst>
              <a:ext uri="{FF2B5EF4-FFF2-40B4-BE49-F238E27FC236}">
                <a16:creationId xmlns:a16="http://schemas.microsoft.com/office/drawing/2014/main" id="{4D94F93A-5C98-10C6-35C9-9B54903AECDB}"/>
              </a:ext>
            </a:extLst>
          </p:cNvPr>
          <p:cNvSpPr txBox="1"/>
          <p:nvPr/>
        </p:nvSpPr>
        <p:spPr>
          <a:xfrm>
            <a:off x="1744557" y="8867306"/>
            <a:ext cx="42862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45" dirty="0">
                <a:latin typeface="Calibri"/>
                <a:cs typeface="Calibri"/>
              </a:rPr>
              <a:t>?</a:t>
            </a:r>
            <a:r>
              <a:rPr sz="700" spc="-5" dirty="0">
                <a:latin typeface="Calibri"/>
                <a:cs typeface="Calibri"/>
              </a:rPr>
              <a:t>3</a:t>
            </a:r>
            <a:r>
              <a:rPr sz="700" spc="10" dirty="0">
                <a:latin typeface="Calibri"/>
                <a:cs typeface="Calibri"/>
              </a:rPr>
              <a:t>11</a:t>
            </a:r>
            <a:r>
              <a:rPr sz="700" spc="-30" dirty="0">
                <a:latin typeface="Calibri"/>
                <a:cs typeface="Calibri"/>
              </a:rPr>
              <a:t>(</a:t>
            </a:r>
            <a:r>
              <a:rPr sz="700" spc="5" dirty="0">
                <a:latin typeface="Calibri"/>
                <a:cs typeface="Calibri"/>
              </a:rPr>
              <a:t>H</a:t>
            </a:r>
            <a:r>
              <a:rPr sz="700" dirty="0">
                <a:latin typeface="Calibri"/>
                <a:cs typeface="Calibri"/>
              </a:rPr>
              <a:t>N3#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55" name="object 461">
            <a:extLst>
              <a:ext uri="{FF2B5EF4-FFF2-40B4-BE49-F238E27FC236}">
                <a16:creationId xmlns:a16="http://schemas.microsoft.com/office/drawing/2014/main" id="{043A9319-0ACD-64C9-48D7-69247F920EF9}"/>
              </a:ext>
            </a:extLst>
          </p:cNvPr>
          <p:cNvSpPr txBox="1"/>
          <p:nvPr/>
        </p:nvSpPr>
        <p:spPr>
          <a:xfrm>
            <a:off x="4910760" y="8333814"/>
            <a:ext cx="1197610" cy="604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9715">
              <a:lnSpc>
                <a:spcPct val="100000"/>
              </a:lnSpc>
              <a:spcBef>
                <a:spcPts val="95"/>
              </a:spcBef>
            </a:pPr>
            <a:r>
              <a:rPr sz="700" spc="-75" dirty="0">
                <a:latin typeface="Calibri"/>
                <a:cs typeface="Calibri"/>
              </a:rPr>
              <a:t>+++++!+7+R+$++++BC++"#P!!7!!</a:t>
            </a:r>
            <a:endParaRPr sz="700">
              <a:latin typeface="Calibri"/>
              <a:cs typeface="Calibri"/>
            </a:endParaRPr>
          </a:p>
          <a:p>
            <a:pPr marL="17145" marR="15240" indent="-5080">
              <a:lnSpc>
                <a:spcPct val="213099"/>
              </a:lnSpc>
              <a:spcBef>
                <a:spcPts val="145"/>
              </a:spcBef>
              <a:tabLst>
                <a:tab pos="259079" algn="l"/>
                <a:tab pos="859790" algn="l"/>
              </a:tabLst>
            </a:pPr>
            <a:r>
              <a:rPr sz="700" spc="5" dirty="0">
                <a:latin typeface="Calibri"/>
                <a:cs typeface="Calibri"/>
              </a:rPr>
              <a:t>H</a:t>
            </a:r>
            <a:r>
              <a:rPr sz="700" spc="-20" dirty="0">
                <a:latin typeface="Calibri"/>
                <a:cs typeface="Calibri"/>
              </a:rPr>
              <a:t>[</a:t>
            </a:r>
            <a:r>
              <a:rPr sz="700" dirty="0">
                <a:latin typeface="Calibri"/>
                <a:cs typeface="Calibri"/>
              </a:rPr>
              <a:t>	</a:t>
            </a:r>
            <a:r>
              <a:rPr sz="700" spc="50" dirty="0">
                <a:latin typeface="Calibri"/>
                <a:cs typeface="Calibri"/>
              </a:rPr>
              <a:t>++</a:t>
            </a:r>
            <a:r>
              <a:rPr sz="700" spc="-135" dirty="0">
                <a:latin typeface="Calibri"/>
                <a:cs typeface="Calibri"/>
              </a:rPr>
              <a:t>+</a:t>
            </a:r>
            <a:r>
              <a:rPr sz="700" spc="-345" dirty="0">
                <a:latin typeface="Calibri"/>
                <a:cs typeface="Calibri"/>
              </a:rPr>
              <a:t>E</a:t>
            </a:r>
            <a:r>
              <a:rPr sz="700" spc="-165" dirty="0">
                <a:latin typeface="Calibri"/>
                <a:cs typeface="Calibri"/>
              </a:rPr>
              <a:t>+</a:t>
            </a:r>
            <a:r>
              <a:rPr sz="700" spc="-185" dirty="0">
                <a:latin typeface="Calibri"/>
                <a:cs typeface="Calibri"/>
              </a:rPr>
              <a:t>+</a:t>
            </a:r>
            <a:r>
              <a:rPr sz="700" spc="-229" dirty="0">
                <a:latin typeface="Calibri"/>
                <a:cs typeface="Calibri"/>
              </a:rPr>
              <a:t>O</a:t>
            </a:r>
            <a:r>
              <a:rPr sz="700" spc="-100" dirty="0">
                <a:latin typeface="Calibri"/>
                <a:cs typeface="Calibri"/>
              </a:rPr>
              <a:t>+</a:t>
            </a:r>
            <a:r>
              <a:rPr sz="700" spc="-300" dirty="0">
                <a:latin typeface="Calibri"/>
                <a:cs typeface="Calibri"/>
              </a:rPr>
              <a:t>U</a:t>
            </a:r>
            <a:r>
              <a:rPr sz="700" spc="-40" dirty="0">
                <a:latin typeface="Calibri"/>
                <a:cs typeface="Calibri"/>
              </a:rPr>
              <a:t>+</a:t>
            </a:r>
            <a:r>
              <a:rPr sz="700" spc="-265" dirty="0">
                <a:latin typeface="Calibri"/>
                <a:cs typeface="Calibri"/>
              </a:rPr>
              <a:t>7</a:t>
            </a:r>
            <a:r>
              <a:rPr sz="700" spc="-80" dirty="0">
                <a:latin typeface="Calibri"/>
                <a:cs typeface="Calibri"/>
              </a:rPr>
              <a:t>+</a:t>
            </a:r>
            <a:r>
              <a:rPr sz="700" spc="-60" dirty="0">
                <a:latin typeface="Calibri"/>
                <a:cs typeface="Calibri"/>
              </a:rPr>
              <a:t>!</a:t>
            </a:r>
            <a:r>
              <a:rPr sz="700" spc="15" dirty="0">
                <a:latin typeface="Calibri"/>
                <a:cs typeface="Calibri"/>
              </a:rPr>
              <a:t>F</a:t>
            </a:r>
            <a:r>
              <a:rPr sz="700" dirty="0">
                <a:latin typeface="Calibri"/>
                <a:cs typeface="Calibri"/>
              </a:rPr>
              <a:t>	</a:t>
            </a:r>
            <a:r>
              <a:rPr sz="700" spc="-20" dirty="0">
                <a:latin typeface="Calibri"/>
                <a:cs typeface="Calibri"/>
              </a:rPr>
              <a:t>B</a:t>
            </a:r>
            <a:r>
              <a:rPr sz="700" spc="40" dirty="0">
                <a:latin typeface="Calibri"/>
                <a:cs typeface="Calibri"/>
              </a:rPr>
              <a:t>C</a:t>
            </a:r>
            <a:r>
              <a:rPr sz="700" spc="50" dirty="0">
                <a:latin typeface="Calibri"/>
                <a:cs typeface="Calibri"/>
              </a:rPr>
              <a:t>+</a:t>
            </a:r>
            <a:r>
              <a:rPr sz="700" spc="5" dirty="0">
                <a:latin typeface="Calibri"/>
                <a:cs typeface="Calibri"/>
              </a:rPr>
              <a:t>R7</a:t>
            </a:r>
            <a:r>
              <a:rPr sz="700" spc="10" dirty="0">
                <a:latin typeface="Calibri"/>
                <a:cs typeface="Calibri"/>
              </a:rPr>
              <a:t>$</a:t>
            </a:r>
            <a:r>
              <a:rPr sz="700" spc="-55" dirty="0">
                <a:latin typeface="Calibri"/>
                <a:cs typeface="Calibri"/>
              </a:rPr>
              <a:t>!  </a:t>
            </a:r>
            <a:r>
              <a:rPr sz="700" spc="15" dirty="0">
                <a:latin typeface="Calibri"/>
                <a:cs typeface="Calibri"/>
              </a:rPr>
              <a:t>5A	</a:t>
            </a:r>
            <a:r>
              <a:rPr sz="700" spc="-60" dirty="0">
                <a:latin typeface="Calibri"/>
                <a:cs typeface="Calibri"/>
              </a:rPr>
              <a:t>+++++E++7+!!++++B+C+U!!7!!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56" name="object 462">
            <a:extLst>
              <a:ext uri="{FF2B5EF4-FFF2-40B4-BE49-F238E27FC236}">
                <a16:creationId xmlns:a16="http://schemas.microsoft.com/office/drawing/2014/main" id="{A0E327C4-47D3-7434-2C5A-C0954835C09D}"/>
              </a:ext>
            </a:extLst>
          </p:cNvPr>
          <p:cNvSpPr txBox="1"/>
          <p:nvPr/>
        </p:nvSpPr>
        <p:spPr>
          <a:xfrm>
            <a:off x="6312146" y="8807058"/>
            <a:ext cx="43180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latin typeface="Calibri"/>
                <a:cs typeface="Calibri"/>
              </a:rPr>
              <a:t>BC+"#$!!7!!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57" name="object 463">
            <a:extLst>
              <a:ext uri="{FF2B5EF4-FFF2-40B4-BE49-F238E27FC236}">
                <a16:creationId xmlns:a16="http://schemas.microsoft.com/office/drawing/2014/main" id="{EF4E51AA-2809-DF91-2250-2B3221DC9088}"/>
              </a:ext>
            </a:extLst>
          </p:cNvPr>
          <p:cNvSpPr txBox="1"/>
          <p:nvPr/>
        </p:nvSpPr>
        <p:spPr>
          <a:xfrm>
            <a:off x="6945422" y="8807058"/>
            <a:ext cx="44386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Calibri"/>
                <a:cs typeface="Calibri"/>
              </a:rPr>
              <a:t>BC+E#E!!7!!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58" name="object 464">
            <a:extLst>
              <a:ext uri="{FF2B5EF4-FFF2-40B4-BE49-F238E27FC236}">
                <a16:creationId xmlns:a16="http://schemas.microsoft.com/office/drawing/2014/main" id="{0549761E-684D-3771-054B-0BEFD3AD373B}"/>
              </a:ext>
            </a:extLst>
          </p:cNvPr>
          <p:cNvSpPr txBox="1"/>
          <p:nvPr/>
        </p:nvSpPr>
        <p:spPr>
          <a:xfrm>
            <a:off x="7578609" y="8807058"/>
            <a:ext cx="43434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latin typeface="Calibri"/>
                <a:cs typeface="Calibri"/>
              </a:rPr>
              <a:t>BC+"#R!!7!!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59" name="object 465">
            <a:extLst>
              <a:ext uri="{FF2B5EF4-FFF2-40B4-BE49-F238E27FC236}">
                <a16:creationId xmlns:a16="http://schemas.microsoft.com/office/drawing/2014/main" id="{91559AAF-9BF1-2A09-7891-04BFBD0D9FF7}"/>
              </a:ext>
            </a:extLst>
          </p:cNvPr>
          <p:cNvSpPr txBox="1"/>
          <p:nvPr/>
        </p:nvSpPr>
        <p:spPr>
          <a:xfrm>
            <a:off x="1279062" y="9025211"/>
            <a:ext cx="30035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Calibri"/>
                <a:cs typeface="Calibri"/>
              </a:rPr>
              <a:t>!E#!"#!F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60" name="object 466">
            <a:extLst>
              <a:ext uri="{FF2B5EF4-FFF2-40B4-BE49-F238E27FC236}">
                <a16:creationId xmlns:a16="http://schemas.microsoft.com/office/drawing/2014/main" id="{E72505D0-2FD4-3933-E3A2-D702D7A331E5}"/>
              </a:ext>
            </a:extLst>
          </p:cNvPr>
          <p:cNvSpPr txBox="1"/>
          <p:nvPr/>
        </p:nvSpPr>
        <p:spPr>
          <a:xfrm>
            <a:off x="1744557" y="9085436"/>
            <a:ext cx="181356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Calibri"/>
                <a:cs typeface="Calibri"/>
              </a:rPr>
              <a:t>*H+63?06+0+9*1+(-,(?0,3+)*63+^1')3+_3:(?=1(3#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61" name="object 467">
            <a:extLst>
              <a:ext uri="{FF2B5EF4-FFF2-40B4-BE49-F238E27FC236}">
                <a16:creationId xmlns:a16="http://schemas.microsoft.com/office/drawing/2014/main" id="{7C559E27-C63C-D392-A554-6E135856CBA6}"/>
              </a:ext>
            </a:extLst>
          </p:cNvPr>
          <p:cNvSpPr txBox="1"/>
          <p:nvPr/>
        </p:nvSpPr>
        <p:spPr>
          <a:xfrm>
            <a:off x="1719157" y="8969449"/>
            <a:ext cx="328612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Calibri"/>
                <a:cs typeface="Calibri"/>
              </a:rPr>
              <a:t>B*:(10,0+,*+]*?/0H*-:3+,*+X31:09+,*+V3?09+H*:=6(?3+*H+?/0)0+,(0H0-:0,0+*+.'01,0+</a:t>
            </a:r>
            <a:r>
              <a:rPr sz="700" spc="160" dirty="0">
                <a:latin typeface="Calibri"/>
                <a:cs typeface="Calibri"/>
              </a:rPr>
              <a:t> </a:t>
            </a:r>
            <a:r>
              <a:rPr sz="1050" spc="-30" baseline="-35714" dirty="0">
                <a:latin typeface="Calibri"/>
                <a:cs typeface="Calibri"/>
              </a:rPr>
              <a:t>'-,</a:t>
            </a:r>
            <a:endParaRPr sz="1050" baseline="-35714">
              <a:latin typeface="Calibri"/>
              <a:cs typeface="Calibri"/>
            </a:endParaRPr>
          </a:p>
        </p:txBody>
      </p:sp>
      <p:sp>
        <p:nvSpPr>
          <p:cNvPr id="462" name="object 468">
            <a:extLst>
              <a:ext uri="{FF2B5EF4-FFF2-40B4-BE49-F238E27FC236}">
                <a16:creationId xmlns:a16="http://schemas.microsoft.com/office/drawing/2014/main" id="{89FB407E-2626-3900-5C5E-8EA8ADA29E75}"/>
              </a:ext>
            </a:extLst>
          </p:cNvPr>
          <p:cNvSpPr txBox="1"/>
          <p:nvPr/>
        </p:nvSpPr>
        <p:spPr>
          <a:xfrm>
            <a:off x="5157345" y="9025198"/>
            <a:ext cx="92138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60" dirty="0">
                <a:latin typeface="Calibri"/>
                <a:cs typeface="Calibri"/>
              </a:rPr>
              <a:t>+++++$++7+!!++++B+C+"R!7!!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63" name="object 469">
            <a:extLst>
              <a:ext uri="{FF2B5EF4-FFF2-40B4-BE49-F238E27FC236}">
                <a16:creationId xmlns:a16="http://schemas.microsoft.com/office/drawing/2014/main" id="{62169A51-FF03-AB6A-0861-BE90D765C56F}"/>
              </a:ext>
            </a:extLst>
          </p:cNvPr>
          <p:cNvSpPr txBox="1"/>
          <p:nvPr/>
        </p:nvSpPr>
        <p:spPr>
          <a:xfrm>
            <a:off x="6349410" y="9025198"/>
            <a:ext cx="39687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Calibri"/>
                <a:cs typeface="Calibri"/>
              </a:rPr>
              <a:t>BC+DR!7!!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64" name="object 470">
            <a:extLst>
              <a:ext uri="{FF2B5EF4-FFF2-40B4-BE49-F238E27FC236}">
                <a16:creationId xmlns:a16="http://schemas.microsoft.com/office/drawing/2014/main" id="{C41AE9CA-73DC-5CC5-C86E-F164C29550FE}"/>
              </a:ext>
            </a:extLst>
          </p:cNvPr>
          <p:cNvSpPr txBox="1"/>
          <p:nvPr/>
        </p:nvSpPr>
        <p:spPr>
          <a:xfrm>
            <a:off x="6977991" y="9025198"/>
            <a:ext cx="38481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latin typeface="Calibri"/>
                <a:cs typeface="Calibri"/>
              </a:rPr>
              <a:t>B</a:t>
            </a:r>
            <a:r>
              <a:rPr sz="700" spc="40" dirty="0">
                <a:latin typeface="Calibri"/>
                <a:cs typeface="Calibri"/>
              </a:rPr>
              <a:t>C</a:t>
            </a:r>
            <a:r>
              <a:rPr sz="700" spc="50" dirty="0">
                <a:latin typeface="Calibri"/>
                <a:cs typeface="Calibri"/>
              </a:rPr>
              <a:t>+</a:t>
            </a:r>
            <a:r>
              <a:rPr sz="700" spc="-15" dirty="0">
                <a:latin typeface="Calibri"/>
                <a:cs typeface="Calibri"/>
              </a:rPr>
              <a:t>RP!</a:t>
            </a:r>
            <a:r>
              <a:rPr sz="700" spc="5" dirty="0">
                <a:latin typeface="Calibri"/>
                <a:cs typeface="Calibri"/>
              </a:rPr>
              <a:t>7</a:t>
            </a:r>
            <a:r>
              <a:rPr sz="700" spc="-60" dirty="0">
                <a:latin typeface="Calibri"/>
                <a:cs typeface="Calibri"/>
              </a:rPr>
              <a:t>!</a:t>
            </a:r>
            <a:r>
              <a:rPr sz="700" spc="-70" dirty="0">
                <a:latin typeface="Calibri"/>
                <a:cs typeface="Calibri"/>
              </a:rPr>
              <a:t>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65" name="object 471">
            <a:extLst>
              <a:ext uri="{FF2B5EF4-FFF2-40B4-BE49-F238E27FC236}">
                <a16:creationId xmlns:a16="http://schemas.microsoft.com/office/drawing/2014/main" id="{98BAB459-D721-F4A9-F5C0-A696AE0DE9E8}"/>
              </a:ext>
            </a:extLst>
          </p:cNvPr>
          <p:cNvSpPr txBox="1"/>
          <p:nvPr/>
        </p:nvSpPr>
        <p:spPr>
          <a:xfrm>
            <a:off x="7615784" y="9025198"/>
            <a:ext cx="36766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latin typeface="Calibri"/>
                <a:cs typeface="Calibri"/>
              </a:rPr>
              <a:t>BC+U!!7!!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66" name="object 472">
            <a:extLst>
              <a:ext uri="{FF2B5EF4-FFF2-40B4-BE49-F238E27FC236}">
                <a16:creationId xmlns:a16="http://schemas.microsoft.com/office/drawing/2014/main" id="{5FC41EB2-3017-1C1E-5FE7-FCAF13C4814A}"/>
              </a:ext>
            </a:extLst>
          </p:cNvPr>
          <p:cNvSpPr txBox="1"/>
          <p:nvPr/>
        </p:nvSpPr>
        <p:spPr>
          <a:xfrm>
            <a:off x="1279038" y="9243175"/>
            <a:ext cx="31496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Calibri"/>
                <a:cs typeface="Calibri"/>
              </a:rPr>
              <a:t>!E</a:t>
            </a:r>
            <a:r>
              <a:rPr sz="700" dirty="0">
                <a:latin typeface="Calibri"/>
                <a:cs typeface="Calibri"/>
              </a:rPr>
              <a:t>#</a:t>
            </a:r>
            <a:r>
              <a:rPr sz="700" spc="-50" dirty="0">
                <a:latin typeface="Calibri"/>
                <a:cs typeface="Calibri"/>
              </a:rPr>
              <a:t>!"</a:t>
            </a:r>
            <a:r>
              <a:rPr sz="700" dirty="0">
                <a:latin typeface="Calibri"/>
                <a:cs typeface="Calibri"/>
              </a:rPr>
              <a:t>#</a:t>
            </a:r>
            <a:r>
              <a:rPr sz="700" spc="-60" dirty="0">
                <a:latin typeface="Calibri"/>
                <a:cs typeface="Calibri"/>
              </a:rPr>
              <a:t>!</a:t>
            </a:r>
            <a:r>
              <a:rPr sz="700" dirty="0">
                <a:latin typeface="Calibri"/>
                <a:cs typeface="Calibri"/>
              </a:rPr>
              <a:t>U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67" name="object 473">
            <a:extLst>
              <a:ext uri="{FF2B5EF4-FFF2-40B4-BE49-F238E27FC236}">
                <a16:creationId xmlns:a16="http://schemas.microsoft.com/office/drawing/2014/main" id="{848ED4A9-ACBA-DBF2-F765-1F330D488F48}"/>
              </a:ext>
            </a:extLst>
          </p:cNvPr>
          <p:cNvSpPr txBox="1"/>
          <p:nvPr/>
        </p:nvSpPr>
        <p:spPr>
          <a:xfrm>
            <a:off x="1744557" y="9303464"/>
            <a:ext cx="167068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Calibri"/>
                <a:cs typeface="Calibri"/>
              </a:rPr>
              <a:t>63?06+0+9*1+(-,(?0,3+)*63+^1')3+_3:(?=1(3#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68" name="object 474">
            <a:extLst>
              <a:ext uri="{FF2B5EF4-FFF2-40B4-BE49-F238E27FC236}">
                <a16:creationId xmlns:a16="http://schemas.microsoft.com/office/drawing/2014/main" id="{682B5DD0-C51E-EA54-84A2-840A84BAFDDF}"/>
              </a:ext>
            </a:extLst>
          </p:cNvPr>
          <p:cNvSpPr txBox="1"/>
          <p:nvPr/>
        </p:nvSpPr>
        <p:spPr>
          <a:xfrm>
            <a:off x="1719157" y="9187589"/>
            <a:ext cx="328612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Calibri"/>
                <a:cs typeface="Calibri"/>
              </a:rPr>
              <a:t>B*:(10,0+,*+]*?/0H*-:3+,*+X31:09+,*+V3?09+H*:=6(?3+*H+:*6/0+H*:=6(?0+*+.'01,0+*</a:t>
            </a:r>
            <a:r>
              <a:rPr sz="700" spc="175" dirty="0">
                <a:latin typeface="Calibri"/>
                <a:cs typeface="Calibri"/>
              </a:rPr>
              <a:t>  </a:t>
            </a:r>
            <a:r>
              <a:rPr sz="1050" spc="-30" baseline="-35714" dirty="0">
                <a:latin typeface="Calibri"/>
                <a:cs typeface="Calibri"/>
              </a:rPr>
              <a:t>'-,</a:t>
            </a:r>
            <a:endParaRPr sz="1050" baseline="-35714">
              <a:latin typeface="Calibri"/>
              <a:cs typeface="Calibri"/>
            </a:endParaRPr>
          </a:p>
        </p:txBody>
      </p:sp>
      <p:sp>
        <p:nvSpPr>
          <p:cNvPr id="469" name="object 475">
            <a:extLst>
              <a:ext uri="{FF2B5EF4-FFF2-40B4-BE49-F238E27FC236}">
                <a16:creationId xmlns:a16="http://schemas.microsoft.com/office/drawing/2014/main" id="{19691438-7B8E-4B66-B36F-AEA731DA2696}"/>
              </a:ext>
            </a:extLst>
          </p:cNvPr>
          <p:cNvSpPr txBox="1"/>
          <p:nvPr/>
        </p:nvSpPr>
        <p:spPr>
          <a:xfrm>
            <a:off x="5157345" y="9243205"/>
            <a:ext cx="92138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60" dirty="0">
                <a:latin typeface="Calibri"/>
                <a:cs typeface="Calibri"/>
              </a:rPr>
              <a:t>+++++R++7+!!++++B+C+"R!7!!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70" name="object 476">
            <a:extLst>
              <a:ext uri="{FF2B5EF4-FFF2-40B4-BE49-F238E27FC236}">
                <a16:creationId xmlns:a16="http://schemas.microsoft.com/office/drawing/2014/main" id="{7F8BFFFD-06AF-5CC1-F601-7C9A8E7B75C8}"/>
              </a:ext>
            </a:extLst>
          </p:cNvPr>
          <p:cNvSpPr txBox="1"/>
          <p:nvPr/>
        </p:nvSpPr>
        <p:spPr>
          <a:xfrm>
            <a:off x="6349410" y="9243205"/>
            <a:ext cx="39687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Calibri"/>
                <a:cs typeface="Calibri"/>
              </a:rPr>
              <a:t>BC+DR!7!!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71" name="object 477">
            <a:extLst>
              <a:ext uri="{FF2B5EF4-FFF2-40B4-BE49-F238E27FC236}">
                <a16:creationId xmlns:a16="http://schemas.microsoft.com/office/drawing/2014/main" id="{1640C0C6-7DEA-CE0A-7F65-64AAA3A31F73}"/>
              </a:ext>
            </a:extLst>
          </p:cNvPr>
          <p:cNvSpPr txBox="1"/>
          <p:nvPr/>
        </p:nvSpPr>
        <p:spPr>
          <a:xfrm>
            <a:off x="6977991" y="9243205"/>
            <a:ext cx="38481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latin typeface="Calibri"/>
                <a:cs typeface="Calibri"/>
              </a:rPr>
              <a:t>B</a:t>
            </a:r>
            <a:r>
              <a:rPr sz="700" spc="40" dirty="0">
                <a:latin typeface="Calibri"/>
                <a:cs typeface="Calibri"/>
              </a:rPr>
              <a:t>C</a:t>
            </a:r>
            <a:r>
              <a:rPr sz="700" spc="50" dirty="0">
                <a:latin typeface="Calibri"/>
                <a:cs typeface="Calibri"/>
              </a:rPr>
              <a:t>+</a:t>
            </a:r>
            <a:r>
              <a:rPr sz="700" spc="-15" dirty="0">
                <a:latin typeface="Calibri"/>
                <a:cs typeface="Calibri"/>
              </a:rPr>
              <a:t>RP!</a:t>
            </a:r>
            <a:r>
              <a:rPr sz="700" spc="5" dirty="0">
                <a:latin typeface="Calibri"/>
                <a:cs typeface="Calibri"/>
              </a:rPr>
              <a:t>7</a:t>
            </a:r>
            <a:r>
              <a:rPr sz="700" spc="-60" dirty="0">
                <a:latin typeface="Calibri"/>
                <a:cs typeface="Calibri"/>
              </a:rPr>
              <a:t>!</a:t>
            </a:r>
            <a:r>
              <a:rPr sz="700" spc="-70" dirty="0">
                <a:latin typeface="Calibri"/>
                <a:cs typeface="Calibri"/>
              </a:rPr>
              <a:t>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72" name="object 478">
            <a:extLst>
              <a:ext uri="{FF2B5EF4-FFF2-40B4-BE49-F238E27FC236}">
                <a16:creationId xmlns:a16="http://schemas.microsoft.com/office/drawing/2014/main" id="{05DC9836-366D-635C-5BDB-CA8E7EF98A61}"/>
              </a:ext>
            </a:extLst>
          </p:cNvPr>
          <p:cNvSpPr txBox="1"/>
          <p:nvPr/>
        </p:nvSpPr>
        <p:spPr>
          <a:xfrm>
            <a:off x="7615784" y="9243205"/>
            <a:ext cx="37846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Calibri"/>
                <a:cs typeface="Calibri"/>
              </a:rPr>
              <a:t>BC+$F!7!!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73" name="object 479">
            <a:extLst>
              <a:ext uri="{FF2B5EF4-FFF2-40B4-BE49-F238E27FC236}">
                <a16:creationId xmlns:a16="http://schemas.microsoft.com/office/drawing/2014/main" id="{31BEEB2D-2A27-845D-69B6-6AF7E8311E57}"/>
              </a:ext>
            </a:extLst>
          </p:cNvPr>
          <p:cNvSpPr txBox="1"/>
          <p:nvPr/>
        </p:nvSpPr>
        <p:spPr>
          <a:xfrm>
            <a:off x="1279038" y="9465769"/>
            <a:ext cx="30480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Calibri"/>
                <a:cs typeface="Calibri"/>
              </a:rPr>
              <a:t>!E</a:t>
            </a:r>
            <a:r>
              <a:rPr sz="700" dirty="0">
                <a:latin typeface="Calibri"/>
                <a:cs typeface="Calibri"/>
              </a:rPr>
              <a:t>#</a:t>
            </a:r>
            <a:r>
              <a:rPr sz="700" spc="-50" dirty="0">
                <a:latin typeface="Calibri"/>
                <a:cs typeface="Calibri"/>
              </a:rPr>
              <a:t>!"</a:t>
            </a:r>
            <a:r>
              <a:rPr sz="700" dirty="0">
                <a:latin typeface="Calibri"/>
                <a:cs typeface="Calibri"/>
              </a:rPr>
              <a:t>#</a:t>
            </a:r>
            <a:r>
              <a:rPr sz="700" spc="-60" dirty="0">
                <a:latin typeface="Calibri"/>
                <a:cs typeface="Calibri"/>
              </a:rPr>
              <a:t>!</a:t>
            </a:r>
            <a:r>
              <a:rPr sz="700" spc="5" dirty="0">
                <a:latin typeface="Calibri"/>
                <a:cs typeface="Calibri"/>
              </a:rPr>
              <a:t>P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74" name="object 480">
            <a:extLst>
              <a:ext uri="{FF2B5EF4-FFF2-40B4-BE49-F238E27FC236}">
                <a16:creationId xmlns:a16="http://schemas.microsoft.com/office/drawing/2014/main" id="{D812B968-75A1-BADA-3FB1-6EFC43ADEC88}"/>
              </a:ext>
            </a:extLst>
          </p:cNvPr>
          <p:cNvSpPr txBox="1"/>
          <p:nvPr/>
        </p:nvSpPr>
        <p:spPr>
          <a:xfrm>
            <a:off x="1744651" y="9410194"/>
            <a:ext cx="307721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Calibri"/>
                <a:cs typeface="Calibri"/>
              </a:rPr>
              <a:t>B*:(10,0+,*+^'01,0+431)3+*+?311(HN3+,*+*9?0,0+H*:=6(?0+*M(9:*-:*+(-9:060,0+-3+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75" name="object 481">
            <a:extLst>
              <a:ext uri="{FF2B5EF4-FFF2-40B4-BE49-F238E27FC236}">
                <a16:creationId xmlns:a16="http://schemas.microsoft.com/office/drawing/2014/main" id="{339FD357-1CF9-62CD-426D-AED016ADE053}"/>
              </a:ext>
            </a:extLst>
          </p:cNvPr>
          <p:cNvSpPr txBox="1"/>
          <p:nvPr/>
        </p:nvSpPr>
        <p:spPr>
          <a:xfrm>
            <a:off x="1744557" y="9526185"/>
            <a:ext cx="32131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5" dirty="0">
                <a:latin typeface="Calibri"/>
                <a:cs typeface="Calibri"/>
              </a:rPr>
              <a:t>`*I0-(-3#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76" name="object 482">
            <a:extLst>
              <a:ext uri="{FF2B5EF4-FFF2-40B4-BE49-F238E27FC236}">
                <a16:creationId xmlns:a16="http://schemas.microsoft.com/office/drawing/2014/main" id="{2BD14CCF-3724-0A47-FAD9-741C7E1FE739}"/>
              </a:ext>
            </a:extLst>
          </p:cNvPr>
          <p:cNvSpPr txBox="1"/>
          <p:nvPr/>
        </p:nvSpPr>
        <p:spPr>
          <a:xfrm>
            <a:off x="4915396" y="9465793"/>
            <a:ext cx="117919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54000" algn="l"/>
              </a:tabLst>
            </a:pPr>
            <a:r>
              <a:rPr sz="700" spc="10" dirty="0">
                <a:latin typeface="Calibri"/>
                <a:cs typeface="Calibri"/>
              </a:rPr>
              <a:t>5</a:t>
            </a:r>
            <a:r>
              <a:rPr sz="700" spc="20" dirty="0">
                <a:latin typeface="Calibri"/>
                <a:cs typeface="Calibri"/>
              </a:rPr>
              <a:t>A</a:t>
            </a:r>
            <a:r>
              <a:rPr sz="700" dirty="0">
                <a:latin typeface="Calibri"/>
                <a:cs typeface="Calibri"/>
              </a:rPr>
              <a:t>	</a:t>
            </a:r>
            <a:r>
              <a:rPr sz="700" spc="50" dirty="0">
                <a:latin typeface="Calibri"/>
                <a:cs typeface="Calibri"/>
              </a:rPr>
              <a:t>++++</a:t>
            </a:r>
            <a:r>
              <a:rPr sz="700" spc="-215" dirty="0">
                <a:latin typeface="Calibri"/>
                <a:cs typeface="Calibri"/>
              </a:rPr>
              <a:t>+</a:t>
            </a:r>
            <a:r>
              <a:rPr sz="700" spc="-285" dirty="0">
                <a:latin typeface="Calibri"/>
                <a:cs typeface="Calibri"/>
              </a:rPr>
              <a:t>"</a:t>
            </a:r>
            <a:r>
              <a:rPr sz="700" spc="-105" dirty="0">
                <a:latin typeface="Calibri"/>
                <a:cs typeface="Calibri"/>
              </a:rPr>
              <a:t>+</a:t>
            </a:r>
            <a:r>
              <a:rPr sz="700" spc="-340" dirty="0">
                <a:latin typeface="Calibri"/>
                <a:cs typeface="Calibri"/>
              </a:rPr>
              <a:t>7</a:t>
            </a:r>
            <a:r>
              <a:rPr sz="700" spc="-5" dirty="0">
                <a:latin typeface="Calibri"/>
                <a:cs typeface="Calibri"/>
              </a:rPr>
              <a:t>+</a:t>
            </a:r>
            <a:r>
              <a:rPr sz="700" spc="-175" dirty="0">
                <a:latin typeface="Calibri"/>
                <a:cs typeface="Calibri"/>
              </a:rPr>
              <a:t>!</a:t>
            </a:r>
            <a:r>
              <a:rPr sz="700" spc="-240" dirty="0">
                <a:latin typeface="Calibri"/>
                <a:cs typeface="Calibri"/>
              </a:rPr>
              <a:t>+</a:t>
            </a:r>
            <a:r>
              <a:rPr sz="700" spc="-70" dirty="0">
                <a:latin typeface="Calibri"/>
                <a:cs typeface="Calibri"/>
              </a:rPr>
              <a:t>!</a:t>
            </a:r>
            <a:r>
              <a:rPr sz="700" spc="-30" dirty="0">
                <a:latin typeface="Calibri"/>
                <a:cs typeface="Calibri"/>
              </a:rPr>
              <a:t> </a:t>
            </a:r>
            <a:r>
              <a:rPr sz="700" spc="50" dirty="0">
                <a:latin typeface="Calibri"/>
                <a:cs typeface="Calibri"/>
              </a:rPr>
              <a:t>+++</a:t>
            </a:r>
            <a:r>
              <a:rPr sz="700" spc="-335" dirty="0">
                <a:latin typeface="Calibri"/>
                <a:cs typeface="Calibri"/>
              </a:rPr>
              <a:t>+</a:t>
            </a:r>
            <a:r>
              <a:rPr sz="700" spc="-20" dirty="0">
                <a:latin typeface="Calibri"/>
                <a:cs typeface="Calibri"/>
              </a:rPr>
              <a:t>B</a:t>
            </a:r>
            <a:r>
              <a:rPr sz="700" spc="-355" dirty="0">
                <a:latin typeface="Calibri"/>
                <a:cs typeface="Calibri"/>
              </a:rPr>
              <a:t>C</a:t>
            </a:r>
            <a:r>
              <a:rPr sz="700" spc="40" dirty="0">
                <a:latin typeface="Calibri"/>
                <a:cs typeface="Calibri"/>
              </a:rPr>
              <a:t>+</a:t>
            </a:r>
            <a:r>
              <a:rPr sz="700" spc="50" dirty="0">
                <a:latin typeface="Calibri"/>
                <a:cs typeface="Calibri"/>
              </a:rPr>
              <a:t>+</a:t>
            </a:r>
            <a:r>
              <a:rPr sz="700" spc="25" dirty="0">
                <a:latin typeface="Calibri"/>
                <a:cs typeface="Calibri"/>
              </a:rPr>
              <a:t>F</a:t>
            </a:r>
            <a:r>
              <a:rPr sz="700" dirty="0">
                <a:latin typeface="Calibri"/>
                <a:cs typeface="Calibri"/>
              </a:rPr>
              <a:t>#</a:t>
            </a:r>
            <a:r>
              <a:rPr sz="700" spc="-60" dirty="0">
                <a:latin typeface="Calibri"/>
                <a:cs typeface="Calibri"/>
              </a:rPr>
              <a:t>!!!</a:t>
            </a:r>
            <a:r>
              <a:rPr sz="700" spc="5" dirty="0">
                <a:latin typeface="Calibri"/>
                <a:cs typeface="Calibri"/>
              </a:rPr>
              <a:t>7</a:t>
            </a:r>
            <a:r>
              <a:rPr sz="700" spc="-60" dirty="0">
                <a:latin typeface="Calibri"/>
                <a:cs typeface="Calibri"/>
              </a:rPr>
              <a:t>!</a:t>
            </a:r>
            <a:r>
              <a:rPr sz="700" spc="-70" dirty="0">
                <a:latin typeface="Calibri"/>
                <a:cs typeface="Calibri"/>
              </a:rPr>
              <a:t>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77" name="object 483">
            <a:extLst>
              <a:ext uri="{FF2B5EF4-FFF2-40B4-BE49-F238E27FC236}">
                <a16:creationId xmlns:a16="http://schemas.microsoft.com/office/drawing/2014/main" id="{085415D2-C3DB-6235-595C-5AE01D9D0371}"/>
              </a:ext>
            </a:extLst>
          </p:cNvPr>
          <p:cNvSpPr txBox="1"/>
          <p:nvPr/>
        </p:nvSpPr>
        <p:spPr>
          <a:xfrm>
            <a:off x="6312146" y="9465793"/>
            <a:ext cx="43434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latin typeface="Calibri"/>
                <a:cs typeface="Calibri"/>
              </a:rPr>
              <a:t>BC+U#!!!7!!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78" name="object 484">
            <a:extLst>
              <a:ext uri="{FF2B5EF4-FFF2-40B4-BE49-F238E27FC236}">
                <a16:creationId xmlns:a16="http://schemas.microsoft.com/office/drawing/2014/main" id="{AF580731-B228-034C-9D97-15B7718B02C6}"/>
              </a:ext>
            </a:extLst>
          </p:cNvPr>
          <p:cNvSpPr txBox="1"/>
          <p:nvPr/>
        </p:nvSpPr>
        <p:spPr>
          <a:xfrm>
            <a:off x="6922128" y="9465793"/>
            <a:ext cx="467359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latin typeface="Calibri"/>
                <a:cs typeface="Calibri"/>
              </a:rPr>
              <a:t>BC+"D#!!!7!!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79" name="object 485">
            <a:extLst>
              <a:ext uri="{FF2B5EF4-FFF2-40B4-BE49-F238E27FC236}">
                <a16:creationId xmlns:a16="http://schemas.microsoft.com/office/drawing/2014/main" id="{24AE72F1-6B01-4AC6-BE0D-4C77390C097A}"/>
              </a:ext>
            </a:extLst>
          </p:cNvPr>
          <p:cNvSpPr txBox="1"/>
          <p:nvPr/>
        </p:nvSpPr>
        <p:spPr>
          <a:xfrm>
            <a:off x="7578609" y="9465793"/>
            <a:ext cx="42037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latin typeface="Calibri"/>
                <a:cs typeface="Calibri"/>
              </a:rPr>
              <a:t>BC+F#!!!7!!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80" name="object 486">
            <a:extLst>
              <a:ext uri="{FF2B5EF4-FFF2-40B4-BE49-F238E27FC236}">
                <a16:creationId xmlns:a16="http://schemas.microsoft.com/office/drawing/2014/main" id="{F7340D02-3F4A-933A-88DD-D7103408274D}"/>
              </a:ext>
            </a:extLst>
          </p:cNvPr>
          <p:cNvSpPr txBox="1"/>
          <p:nvPr/>
        </p:nvSpPr>
        <p:spPr>
          <a:xfrm>
            <a:off x="8165209" y="7322397"/>
            <a:ext cx="1310005" cy="2275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Calibri"/>
                <a:cs typeface="Calibri"/>
              </a:rPr>
              <a:t>,80;#;@$#@=$3&lt;" </a:t>
            </a:r>
            <a:r>
              <a:rPr sz="700" b="1" spc="-5" dirty="0">
                <a:latin typeface="Calibri"/>
                <a:cs typeface="Calibri"/>
              </a:rPr>
              <a:t>,80?#!=9#:&lt;93$:</a:t>
            </a:r>
            <a:endParaRPr sz="700">
              <a:latin typeface="Calibri"/>
              <a:cs typeface="Calibri"/>
            </a:endParaRPr>
          </a:p>
          <a:p>
            <a:pPr marL="73025">
              <a:lnSpc>
                <a:spcPct val="100000"/>
              </a:lnSpc>
              <a:spcBef>
                <a:spcPts val="620"/>
              </a:spcBef>
              <a:tabLst>
                <a:tab pos="738505" algn="l"/>
              </a:tabLst>
            </a:pPr>
            <a:r>
              <a:rPr sz="700" b="1" spc="-20" dirty="0">
                <a:latin typeface="Calibri"/>
                <a:cs typeface="Calibri"/>
              </a:rPr>
              <a:t>,80:!#@$?3$$	</a:t>
            </a:r>
            <a:r>
              <a:rPr sz="700" b="1" dirty="0">
                <a:latin typeface="Calibri"/>
                <a:cs typeface="Calibri"/>
              </a:rPr>
              <a:t>,80&lt;?#9$:3&lt;!</a:t>
            </a:r>
            <a:endParaRPr sz="700">
              <a:latin typeface="Calibri"/>
              <a:cs typeface="Calibri"/>
            </a:endParaRPr>
          </a:p>
          <a:p>
            <a:pPr marL="96520" marR="10795" indent="-23495">
              <a:lnSpc>
                <a:spcPts val="1639"/>
              </a:lnSpc>
              <a:spcBef>
                <a:spcPts val="10"/>
              </a:spcBef>
              <a:tabLst>
                <a:tab pos="738505" algn="l"/>
                <a:tab pos="762000" algn="l"/>
              </a:tabLst>
            </a:pPr>
            <a:r>
              <a:rPr sz="700" b="1" spc="-20" dirty="0">
                <a:latin typeface="Calibri"/>
                <a:cs typeface="Calibri"/>
              </a:rPr>
              <a:t>,80:!#@$?3$$	</a:t>
            </a:r>
            <a:r>
              <a:rPr sz="700" b="1" dirty="0">
                <a:latin typeface="Calibri"/>
                <a:cs typeface="Calibri"/>
              </a:rPr>
              <a:t>,80&lt;?#9$:3&lt;! </a:t>
            </a:r>
            <a:r>
              <a:rPr sz="700" b="1" spc="5" dirty="0">
                <a:latin typeface="Calibri"/>
                <a:cs typeface="Calibri"/>
              </a:rPr>
              <a:t> </a:t>
            </a:r>
            <a:r>
              <a:rPr sz="700" spc="-20" dirty="0">
                <a:latin typeface="Calibri"/>
                <a:cs typeface="Calibri"/>
              </a:rPr>
              <a:t>B</a:t>
            </a:r>
            <a:r>
              <a:rPr sz="700" spc="40" dirty="0">
                <a:latin typeface="Calibri"/>
                <a:cs typeface="Calibri"/>
              </a:rPr>
              <a:t>C</a:t>
            </a:r>
            <a:r>
              <a:rPr sz="700" spc="50" dirty="0">
                <a:latin typeface="Calibri"/>
                <a:cs typeface="Calibri"/>
              </a:rPr>
              <a:t>+</a:t>
            </a:r>
            <a:r>
              <a:rPr sz="700" spc="5" dirty="0">
                <a:latin typeface="Calibri"/>
                <a:cs typeface="Calibri"/>
              </a:rPr>
              <a:t>R</a:t>
            </a:r>
            <a:r>
              <a:rPr sz="700" dirty="0">
                <a:latin typeface="Calibri"/>
                <a:cs typeface="Calibri"/>
              </a:rPr>
              <a:t>#</a:t>
            </a:r>
            <a:r>
              <a:rPr sz="700" spc="35" dirty="0">
                <a:latin typeface="Calibri"/>
                <a:cs typeface="Calibri"/>
              </a:rPr>
              <a:t>DFD</a:t>
            </a:r>
            <a:r>
              <a:rPr sz="700" spc="5" dirty="0">
                <a:latin typeface="Calibri"/>
                <a:cs typeface="Calibri"/>
              </a:rPr>
              <a:t>7</a:t>
            </a:r>
            <a:r>
              <a:rPr sz="700" spc="40" dirty="0">
                <a:latin typeface="Calibri"/>
                <a:cs typeface="Calibri"/>
              </a:rPr>
              <a:t>D</a:t>
            </a:r>
            <a:r>
              <a:rPr sz="700" dirty="0">
                <a:latin typeface="Calibri"/>
                <a:cs typeface="Calibri"/>
              </a:rPr>
              <a:t>E    </a:t>
            </a:r>
            <a:r>
              <a:rPr sz="700" spc="30" dirty="0">
                <a:latin typeface="Calibri"/>
                <a:cs typeface="Calibri"/>
              </a:rPr>
              <a:t> </a:t>
            </a:r>
            <a:r>
              <a:rPr sz="700" spc="-20" dirty="0">
                <a:latin typeface="Calibri"/>
                <a:cs typeface="Calibri"/>
              </a:rPr>
              <a:t>B</a:t>
            </a:r>
            <a:r>
              <a:rPr sz="700" spc="40" dirty="0">
                <a:latin typeface="Calibri"/>
                <a:cs typeface="Calibri"/>
              </a:rPr>
              <a:t>C</a:t>
            </a:r>
            <a:r>
              <a:rPr sz="700" spc="50" dirty="0">
                <a:latin typeface="Calibri"/>
                <a:cs typeface="Calibri"/>
              </a:rPr>
              <a:t>+</a:t>
            </a:r>
            <a:r>
              <a:rPr sz="700" spc="10" dirty="0">
                <a:latin typeface="Calibri"/>
                <a:cs typeface="Calibri"/>
              </a:rPr>
              <a:t>U</a:t>
            </a:r>
            <a:r>
              <a:rPr sz="700" dirty="0">
                <a:latin typeface="Calibri"/>
                <a:cs typeface="Calibri"/>
              </a:rPr>
              <a:t>#</a:t>
            </a:r>
            <a:r>
              <a:rPr sz="700" spc="20" dirty="0">
                <a:latin typeface="Calibri"/>
                <a:cs typeface="Calibri"/>
              </a:rPr>
              <a:t>DPR</a:t>
            </a:r>
            <a:r>
              <a:rPr sz="700" spc="5" dirty="0">
                <a:latin typeface="Calibri"/>
                <a:cs typeface="Calibri"/>
              </a:rPr>
              <a:t>7</a:t>
            </a:r>
            <a:r>
              <a:rPr sz="700" spc="-60" dirty="0">
                <a:latin typeface="Calibri"/>
                <a:cs typeface="Calibri"/>
              </a:rPr>
              <a:t>!</a:t>
            </a:r>
            <a:r>
              <a:rPr sz="700" spc="5" dirty="0">
                <a:latin typeface="Calibri"/>
                <a:cs typeface="Calibri"/>
              </a:rPr>
              <a:t>P  </a:t>
            </a:r>
            <a:r>
              <a:rPr sz="700" spc="-10" dirty="0">
                <a:latin typeface="Calibri"/>
                <a:cs typeface="Calibri"/>
              </a:rPr>
              <a:t>BC+"#E"$7!!		BC+E#!E$7!!</a:t>
            </a: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600">
              <a:latin typeface="Calibri"/>
              <a:cs typeface="Calibri"/>
            </a:endParaRPr>
          </a:p>
          <a:p>
            <a:pPr marL="96520">
              <a:lnSpc>
                <a:spcPct val="100000"/>
              </a:lnSpc>
              <a:tabLst>
                <a:tab pos="762635" algn="l"/>
              </a:tabLst>
            </a:pPr>
            <a:r>
              <a:rPr sz="700" spc="-10" dirty="0">
                <a:latin typeface="Calibri"/>
                <a:cs typeface="Calibri"/>
              </a:rPr>
              <a:t>BC+"#E"$7!!	BC+E#!E$7!!</a:t>
            </a:r>
            <a:endParaRPr sz="700">
              <a:latin typeface="Calibri"/>
              <a:cs typeface="Calibri"/>
            </a:endParaRPr>
          </a:p>
          <a:p>
            <a:pPr marL="96520" marR="5080" indent="-635">
              <a:lnSpc>
                <a:spcPct val="213099"/>
              </a:lnSpc>
              <a:spcBef>
                <a:spcPts val="145"/>
              </a:spcBef>
              <a:tabLst>
                <a:tab pos="762000" algn="l"/>
              </a:tabLst>
            </a:pPr>
            <a:r>
              <a:rPr sz="700" spc="-20" dirty="0">
                <a:latin typeface="Calibri"/>
                <a:cs typeface="Calibri"/>
              </a:rPr>
              <a:t>B</a:t>
            </a:r>
            <a:r>
              <a:rPr sz="700" spc="40" dirty="0">
                <a:latin typeface="Calibri"/>
                <a:cs typeface="Calibri"/>
              </a:rPr>
              <a:t>C</a:t>
            </a:r>
            <a:r>
              <a:rPr sz="700" spc="50" dirty="0">
                <a:latin typeface="Calibri"/>
                <a:cs typeface="Calibri"/>
              </a:rPr>
              <a:t>+</a:t>
            </a:r>
            <a:r>
              <a:rPr sz="700" spc="10" dirty="0">
                <a:latin typeface="Calibri"/>
                <a:cs typeface="Calibri"/>
              </a:rPr>
              <a:t>$</a:t>
            </a:r>
            <a:r>
              <a:rPr sz="700" dirty="0">
                <a:latin typeface="Calibri"/>
                <a:cs typeface="Calibri"/>
              </a:rPr>
              <a:t>#</a:t>
            </a:r>
            <a:r>
              <a:rPr sz="700" spc="20" dirty="0">
                <a:latin typeface="Calibri"/>
                <a:cs typeface="Calibri"/>
              </a:rPr>
              <a:t>DRU</a:t>
            </a:r>
            <a:r>
              <a:rPr sz="700" spc="5" dirty="0">
                <a:latin typeface="Calibri"/>
                <a:cs typeface="Calibri"/>
              </a:rPr>
              <a:t>7</a:t>
            </a:r>
            <a:r>
              <a:rPr sz="700" spc="-60" dirty="0">
                <a:latin typeface="Calibri"/>
                <a:cs typeface="Calibri"/>
              </a:rPr>
              <a:t>!</a:t>
            </a:r>
            <a:r>
              <a:rPr sz="700" spc="5" dirty="0">
                <a:latin typeface="Calibri"/>
                <a:cs typeface="Calibri"/>
              </a:rPr>
              <a:t>P</a:t>
            </a:r>
            <a:r>
              <a:rPr sz="700" dirty="0">
                <a:latin typeface="Calibri"/>
                <a:cs typeface="Calibri"/>
              </a:rPr>
              <a:t>	</a:t>
            </a:r>
            <a:r>
              <a:rPr sz="700" spc="-20" dirty="0">
                <a:latin typeface="Calibri"/>
                <a:cs typeface="Calibri"/>
              </a:rPr>
              <a:t>B</a:t>
            </a:r>
            <a:r>
              <a:rPr sz="700" spc="40" dirty="0">
                <a:latin typeface="Calibri"/>
                <a:cs typeface="Calibri"/>
              </a:rPr>
              <a:t>C</a:t>
            </a:r>
            <a:r>
              <a:rPr sz="700" spc="50" dirty="0">
                <a:latin typeface="Calibri"/>
                <a:cs typeface="Calibri"/>
              </a:rPr>
              <a:t>+</a:t>
            </a:r>
            <a:r>
              <a:rPr sz="700" spc="25" dirty="0">
                <a:latin typeface="Calibri"/>
                <a:cs typeface="Calibri"/>
              </a:rPr>
              <a:t>F</a:t>
            </a:r>
            <a:r>
              <a:rPr sz="700" dirty="0">
                <a:latin typeface="Calibri"/>
                <a:cs typeface="Calibri"/>
              </a:rPr>
              <a:t>#</a:t>
            </a:r>
            <a:r>
              <a:rPr sz="700" spc="30" dirty="0">
                <a:latin typeface="Calibri"/>
                <a:cs typeface="Calibri"/>
              </a:rPr>
              <a:t>FPD</a:t>
            </a:r>
            <a:r>
              <a:rPr sz="700" spc="5" dirty="0">
                <a:latin typeface="Calibri"/>
                <a:cs typeface="Calibri"/>
              </a:rPr>
              <a:t>7</a:t>
            </a:r>
            <a:r>
              <a:rPr sz="700" spc="15" dirty="0">
                <a:latin typeface="Calibri"/>
                <a:cs typeface="Calibri"/>
              </a:rPr>
              <a:t>P</a:t>
            </a:r>
            <a:r>
              <a:rPr sz="700" dirty="0">
                <a:latin typeface="Calibri"/>
                <a:cs typeface="Calibri"/>
              </a:rPr>
              <a:t>$  </a:t>
            </a:r>
            <a:r>
              <a:rPr sz="700" spc="-20" dirty="0">
                <a:latin typeface="Calibri"/>
                <a:cs typeface="Calibri"/>
              </a:rPr>
              <a:t>BC+D#!!!7!!	</a:t>
            </a:r>
            <a:r>
              <a:rPr sz="700" spc="-15" dirty="0">
                <a:latin typeface="Calibri"/>
                <a:cs typeface="Calibri"/>
              </a:rPr>
              <a:t>BC+R#R!!7!!</a:t>
            </a: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700">
              <a:latin typeface="Calibri"/>
              <a:cs typeface="Calibri"/>
            </a:endParaRPr>
          </a:p>
          <a:p>
            <a:pPr marL="96520">
              <a:lnSpc>
                <a:spcPct val="100000"/>
              </a:lnSpc>
              <a:tabLst>
                <a:tab pos="762000" algn="l"/>
              </a:tabLst>
            </a:pPr>
            <a:r>
              <a:rPr sz="700" spc="-20" dirty="0">
                <a:latin typeface="Calibri"/>
                <a:cs typeface="Calibri"/>
              </a:rPr>
              <a:t>BC+"#U!!7!!	</a:t>
            </a:r>
            <a:r>
              <a:rPr sz="700" spc="-15" dirty="0">
                <a:latin typeface="Calibri"/>
                <a:cs typeface="Calibri"/>
              </a:rPr>
              <a:t>BC+E#R!!7!!</a:t>
            </a: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700">
              <a:latin typeface="Calibri"/>
              <a:cs typeface="Calibri"/>
            </a:endParaRPr>
          </a:p>
          <a:p>
            <a:pPr marL="96520">
              <a:lnSpc>
                <a:spcPct val="100000"/>
              </a:lnSpc>
              <a:tabLst>
                <a:tab pos="762000" algn="l"/>
              </a:tabLst>
            </a:pPr>
            <a:r>
              <a:rPr sz="700" spc="-10" dirty="0">
                <a:latin typeface="Calibri"/>
                <a:cs typeface="Calibri"/>
              </a:rPr>
              <a:t>BC+"#DF!7!!	BC+"#OE!7!!</a:t>
            </a:r>
            <a:endParaRPr sz="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700">
              <a:latin typeface="Calibri"/>
              <a:cs typeface="Calibri"/>
            </a:endParaRPr>
          </a:p>
          <a:p>
            <a:pPr marL="96520">
              <a:lnSpc>
                <a:spcPct val="100000"/>
              </a:lnSpc>
              <a:tabLst>
                <a:tab pos="738505" algn="l"/>
              </a:tabLst>
            </a:pPr>
            <a:r>
              <a:rPr sz="700" spc="-20" dirty="0">
                <a:latin typeface="Calibri"/>
                <a:cs typeface="Calibri"/>
              </a:rPr>
              <a:t>BC+U#!!!7!!	BC+"D#!!!7!!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81" name="object 487">
            <a:extLst>
              <a:ext uri="{FF2B5EF4-FFF2-40B4-BE49-F238E27FC236}">
                <a16:creationId xmlns:a16="http://schemas.microsoft.com/office/drawing/2014/main" id="{C8E01624-9403-E9C9-D4E0-03E33F590B48}"/>
              </a:ext>
            </a:extLst>
          </p:cNvPr>
          <p:cNvSpPr txBox="1"/>
          <p:nvPr/>
        </p:nvSpPr>
        <p:spPr>
          <a:xfrm>
            <a:off x="1278974" y="9758047"/>
            <a:ext cx="31813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Calibri"/>
                <a:cs typeface="Calibri"/>
              </a:rPr>
              <a:t>!E#!"#!O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82" name="object 488">
            <a:extLst>
              <a:ext uri="{FF2B5EF4-FFF2-40B4-BE49-F238E27FC236}">
                <a16:creationId xmlns:a16="http://schemas.microsoft.com/office/drawing/2014/main" id="{F6FC0EEC-3C32-CFEF-E8F4-C9D4BD0AD4EC}"/>
              </a:ext>
            </a:extLst>
          </p:cNvPr>
          <p:cNvSpPr txBox="1"/>
          <p:nvPr/>
        </p:nvSpPr>
        <p:spPr>
          <a:xfrm>
            <a:off x="1744557" y="9632246"/>
            <a:ext cx="3274060" cy="37338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700" spc="-15" dirty="0">
                <a:latin typeface="Calibri"/>
                <a:cs typeface="Calibri"/>
              </a:rPr>
              <a:t>V*H36(;N3+,*+)01*,*+,*+.*993+0?01:3-0,37+(-?6'9(5*+1*&amp;'0,139+*+*9:1':'109+9*+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700" spc="-5" dirty="0">
                <a:latin typeface="Calibri"/>
                <a:cs typeface="Calibri"/>
              </a:rPr>
              <a:t>-*?*99=1(37+)010+0,*&amp;'0;N3+03+-353+60a3':#+2b/0L:9+(-,(?0,3+*H+)13Y*:3+*+H*(0</a:t>
            </a:r>
            <a:r>
              <a:rPr sz="700" spc="150" dirty="0">
                <a:latin typeface="Calibri"/>
                <a:cs typeface="Calibri"/>
              </a:rPr>
              <a:t>  </a:t>
            </a:r>
            <a:r>
              <a:rPr sz="700" spc="-5" dirty="0">
                <a:latin typeface="Calibri"/>
                <a:cs typeface="Calibri"/>
              </a:rPr>
              <a:t>H[</a:t>
            </a:r>
            <a:endParaRPr sz="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700" spc="-25" dirty="0">
                <a:latin typeface="Calibri"/>
                <a:cs typeface="Calibri"/>
              </a:rPr>
              <a:t>)01*,*+*M(9:*-:*+-3+H*I0-(-3@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83" name="object 489">
            <a:extLst>
              <a:ext uri="{FF2B5EF4-FFF2-40B4-BE49-F238E27FC236}">
                <a16:creationId xmlns:a16="http://schemas.microsoft.com/office/drawing/2014/main" id="{A0A5508F-8CEE-21FD-498D-90405468136E}"/>
              </a:ext>
            </a:extLst>
          </p:cNvPr>
          <p:cNvSpPr txBox="1"/>
          <p:nvPr/>
        </p:nvSpPr>
        <p:spPr>
          <a:xfrm>
            <a:off x="5157410" y="9758078"/>
            <a:ext cx="43053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30" dirty="0">
                <a:latin typeface="Calibri"/>
                <a:cs typeface="Calibri"/>
              </a:rPr>
              <a:t>++++"+E+R7+E+U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84" name="object 490">
            <a:extLst>
              <a:ext uri="{FF2B5EF4-FFF2-40B4-BE49-F238E27FC236}">
                <a16:creationId xmlns:a16="http://schemas.microsoft.com/office/drawing/2014/main" id="{81F8F761-981D-3BD3-FA6D-58CF9225F375}"/>
              </a:ext>
            </a:extLst>
          </p:cNvPr>
          <p:cNvSpPr txBox="1"/>
          <p:nvPr/>
        </p:nvSpPr>
        <p:spPr>
          <a:xfrm>
            <a:off x="5734887" y="9758078"/>
            <a:ext cx="34099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Calibri"/>
                <a:cs typeface="Calibri"/>
              </a:rPr>
              <a:t>BC+"F7!!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85" name="object 491">
            <a:extLst>
              <a:ext uri="{FF2B5EF4-FFF2-40B4-BE49-F238E27FC236}">
                <a16:creationId xmlns:a16="http://schemas.microsoft.com/office/drawing/2014/main" id="{AFA1560E-6EDB-9631-A74D-7AB81F519FEC}"/>
              </a:ext>
            </a:extLst>
          </p:cNvPr>
          <p:cNvSpPr txBox="1"/>
          <p:nvPr/>
        </p:nvSpPr>
        <p:spPr>
          <a:xfrm>
            <a:off x="6372769" y="9758078"/>
            <a:ext cx="36131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latin typeface="Calibri"/>
                <a:cs typeface="Calibri"/>
              </a:rPr>
              <a:t>B</a:t>
            </a:r>
            <a:r>
              <a:rPr sz="700" spc="40" dirty="0">
                <a:latin typeface="Calibri"/>
                <a:cs typeface="Calibri"/>
              </a:rPr>
              <a:t>C</a:t>
            </a:r>
            <a:r>
              <a:rPr sz="700" spc="50" dirty="0">
                <a:latin typeface="Calibri"/>
                <a:cs typeface="Calibri"/>
              </a:rPr>
              <a:t>+</a:t>
            </a:r>
            <a:r>
              <a:rPr sz="700" spc="5" dirty="0">
                <a:latin typeface="Calibri"/>
                <a:cs typeface="Calibri"/>
              </a:rPr>
              <a:t>R$7</a:t>
            </a:r>
            <a:r>
              <a:rPr sz="700" spc="-60" dirty="0">
                <a:latin typeface="Calibri"/>
                <a:cs typeface="Calibri"/>
              </a:rPr>
              <a:t>!</a:t>
            </a:r>
            <a:r>
              <a:rPr sz="700" spc="-70" dirty="0">
                <a:latin typeface="Calibri"/>
                <a:cs typeface="Calibri"/>
              </a:rPr>
              <a:t>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86" name="object 492">
            <a:extLst>
              <a:ext uri="{FF2B5EF4-FFF2-40B4-BE49-F238E27FC236}">
                <a16:creationId xmlns:a16="http://schemas.microsoft.com/office/drawing/2014/main" id="{F0AC20CC-2C45-F566-8278-F62A029E34D0}"/>
              </a:ext>
            </a:extLst>
          </p:cNvPr>
          <p:cNvSpPr txBox="1"/>
          <p:nvPr/>
        </p:nvSpPr>
        <p:spPr>
          <a:xfrm>
            <a:off x="7001262" y="9758078"/>
            <a:ext cx="34099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Calibri"/>
                <a:cs typeface="Calibri"/>
              </a:rPr>
              <a:t>BC+F"7!!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87" name="object 493">
            <a:extLst>
              <a:ext uri="{FF2B5EF4-FFF2-40B4-BE49-F238E27FC236}">
                <a16:creationId xmlns:a16="http://schemas.microsoft.com/office/drawing/2014/main" id="{7FE0EE22-9602-E90D-A30A-F57C65FE4EC7}"/>
              </a:ext>
            </a:extLst>
          </p:cNvPr>
          <p:cNvSpPr txBox="1"/>
          <p:nvPr/>
        </p:nvSpPr>
        <p:spPr>
          <a:xfrm>
            <a:off x="7578562" y="9758078"/>
            <a:ext cx="56324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10" dirty="0">
                <a:latin typeface="Calibri"/>
                <a:cs typeface="Calibri"/>
              </a:rPr>
              <a:t>BC+"#OPP7DE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88" name="object 494">
            <a:extLst>
              <a:ext uri="{FF2B5EF4-FFF2-40B4-BE49-F238E27FC236}">
                <a16:creationId xmlns:a16="http://schemas.microsoft.com/office/drawing/2014/main" id="{12517CF5-1214-558D-5D67-154669BB72EF}"/>
              </a:ext>
            </a:extLst>
          </p:cNvPr>
          <p:cNvSpPr txBox="1"/>
          <p:nvPr/>
        </p:nvSpPr>
        <p:spPr>
          <a:xfrm>
            <a:off x="8249125" y="9758078"/>
            <a:ext cx="54610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latin typeface="Calibri"/>
                <a:cs typeface="Calibri"/>
              </a:rPr>
              <a:t>B</a:t>
            </a:r>
            <a:r>
              <a:rPr sz="700" spc="40" dirty="0">
                <a:latin typeface="Calibri"/>
                <a:cs typeface="Calibri"/>
              </a:rPr>
              <a:t>C</a:t>
            </a:r>
            <a:r>
              <a:rPr sz="700" spc="50" dirty="0">
                <a:latin typeface="Calibri"/>
                <a:cs typeface="Calibri"/>
              </a:rPr>
              <a:t>+</a:t>
            </a:r>
            <a:r>
              <a:rPr sz="700" spc="10" dirty="0">
                <a:latin typeface="Calibri"/>
                <a:cs typeface="Calibri"/>
              </a:rPr>
              <a:t>$</a:t>
            </a:r>
            <a:r>
              <a:rPr sz="700" dirty="0">
                <a:latin typeface="Calibri"/>
                <a:cs typeface="Calibri"/>
              </a:rPr>
              <a:t>#</a:t>
            </a:r>
            <a:r>
              <a:rPr sz="700" spc="15" dirty="0">
                <a:latin typeface="Calibri"/>
                <a:cs typeface="Calibri"/>
              </a:rPr>
              <a:t>$OE</a:t>
            </a:r>
            <a:r>
              <a:rPr sz="700" spc="5" dirty="0">
                <a:latin typeface="Calibri"/>
                <a:cs typeface="Calibri"/>
              </a:rPr>
              <a:t>7</a:t>
            </a:r>
            <a:r>
              <a:rPr sz="700" spc="-40" dirty="0">
                <a:latin typeface="Calibri"/>
                <a:cs typeface="Calibri"/>
              </a:rPr>
              <a:t>"</a:t>
            </a:r>
            <a:r>
              <a:rPr sz="700" dirty="0">
                <a:latin typeface="Calibri"/>
                <a:cs typeface="Calibri"/>
              </a:rPr>
              <a:t>$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89" name="object 495">
            <a:extLst>
              <a:ext uri="{FF2B5EF4-FFF2-40B4-BE49-F238E27FC236}">
                <a16:creationId xmlns:a16="http://schemas.microsoft.com/office/drawing/2014/main" id="{7B14F682-C16D-EBBB-B725-049BACA23459}"/>
              </a:ext>
            </a:extLst>
          </p:cNvPr>
          <p:cNvSpPr txBox="1"/>
          <p:nvPr/>
        </p:nvSpPr>
        <p:spPr>
          <a:xfrm>
            <a:off x="8914907" y="9758078"/>
            <a:ext cx="55054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5" dirty="0">
                <a:latin typeface="Calibri"/>
                <a:cs typeface="Calibri"/>
              </a:rPr>
              <a:t>BC+U#$P!7RU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90" name="object 496">
            <a:extLst>
              <a:ext uri="{FF2B5EF4-FFF2-40B4-BE49-F238E27FC236}">
                <a16:creationId xmlns:a16="http://schemas.microsoft.com/office/drawing/2014/main" id="{0F531A05-DAB7-181C-D37C-BE5336526573}"/>
              </a:ext>
            </a:extLst>
          </p:cNvPr>
          <p:cNvSpPr txBox="1"/>
          <p:nvPr/>
        </p:nvSpPr>
        <p:spPr>
          <a:xfrm>
            <a:off x="1279015" y="10045744"/>
            <a:ext cx="28702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5" dirty="0">
                <a:latin typeface="Calibri"/>
                <a:cs typeface="Calibri"/>
              </a:rPr>
              <a:t>!E</a:t>
            </a:r>
            <a:r>
              <a:rPr sz="700" dirty="0">
                <a:latin typeface="Calibri"/>
                <a:cs typeface="Calibri"/>
              </a:rPr>
              <a:t>#</a:t>
            </a:r>
            <a:r>
              <a:rPr sz="700" spc="-50" dirty="0">
                <a:latin typeface="Calibri"/>
                <a:cs typeface="Calibri"/>
              </a:rPr>
              <a:t>!"</a:t>
            </a:r>
            <a:r>
              <a:rPr sz="700" dirty="0">
                <a:latin typeface="Calibri"/>
                <a:cs typeface="Calibri"/>
              </a:rPr>
              <a:t>#</a:t>
            </a:r>
            <a:r>
              <a:rPr sz="700" spc="-40" dirty="0">
                <a:latin typeface="Calibri"/>
                <a:cs typeface="Calibri"/>
              </a:rPr>
              <a:t>"</a:t>
            </a:r>
            <a:r>
              <a:rPr sz="700" spc="-70" dirty="0">
                <a:latin typeface="Calibri"/>
                <a:cs typeface="Calibri"/>
              </a:rPr>
              <a:t>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91" name="object 497">
            <a:extLst>
              <a:ext uri="{FF2B5EF4-FFF2-40B4-BE49-F238E27FC236}">
                <a16:creationId xmlns:a16="http://schemas.microsoft.com/office/drawing/2014/main" id="{3E54D599-D556-AFBE-F78B-5A02ADFB1653}"/>
              </a:ext>
            </a:extLst>
          </p:cNvPr>
          <p:cNvSpPr txBox="1"/>
          <p:nvPr/>
        </p:nvSpPr>
        <p:spPr>
          <a:xfrm>
            <a:off x="1744557" y="9979994"/>
            <a:ext cx="3074035" cy="257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100"/>
              </a:spcBef>
            </a:pPr>
            <a:r>
              <a:rPr sz="700" spc="-10" dirty="0">
                <a:latin typeface="Calibri"/>
                <a:cs typeface="Calibri"/>
              </a:rPr>
              <a:t>B*:(10,0+,*+)31:09+,*+H0,*(10+*M(9:*-:*+-39+9/0L:9+2!"+-3+c066+,*+%-:10,07+!"+- </a:t>
            </a:r>
            <a:r>
              <a:rPr sz="700" spc="-5" dirty="0">
                <a:latin typeface="Calibri"/>
                <a:cs typeface="Calibri"/>
              </a:rPr>
              <a:t> </a:t>
            </a:r>
            <a:r>
              <a:rPr sz="700" dirty="0">
                <a:latin typeface="Calibri"/>
                <a:cs typeface="Calibri"/>
              </a:rPr>
              <a:t>b/0L:+,3+b*15(,31+Z&gt;11*37+!"+-3+9/0L:+,3+H*I0-(-3@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92" name="object 498">
            <a:extLst>
              <a:ext uri="{FF2B5EF4-FFF2-40B4-BE49-F238E27FC236}">
                <a16:creationId xmlns:a16="http://schemas.microsoft.com/office/drawing/2014/main" id="{59EF8C5E-7453-751C-7125-2D74C5659FC0}"/>
              </a:ext>
            </a:extLst>
          </p:cNvPr>
          <p:cNvSpPr txBox="1"/>
          <p:nvPr/>
        </p:nvSpPr>
        <p:spPr>
          <a:xfrm>
            <a:off x="4892072" y="10045727"/>
            <a:ext cx="8763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latin typeface="Calibri"/>
                <a:cs typeface="Calibri"/>
              </a:rPr>
              <a:t>'-,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93" name="object 499">
            <a:extLst>
              <a:ext uri="{FF2B5EF4-FFF2-40B4-BE49-F238E27FC236}">
                <a16:creationId xmlns:a16="http://schemas.microsoft.com/office/drawing/2014/main" id="{94560FF4-FF56-5143-EC69-A9A803892071}"/>
              </a:ext>
            </a:extLst>
          </p:cNvPr>
          <p:cNvSpPr txBox="1"/>
          <p:nvPr/>
        </p:nvSpPr>
        <p:spPr>
          <a:xfrm>
            <a:off x="5157428" y="10045727"/>
            <a:ext cx="92710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5" dirty="0">
                <a:latin typeface="Calibri"/>
                <a:cs typeface="Calibri"/>
              </a:rPr>
              <a:t>++++++D+7+!!+++++BC+O!7!!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94" name="object 500">
            <a:extLst>
              <a:ext uri="{FF2B5EF4-FFF2-40B4-BE49-F238E27FC236}">
                <a16:creationId xmlns:a16="http://schemas.microsoft.com/office/drawing/2014/main" id="{F623B0C6-6DED-1B16-84C5-87E54B266D5C}"/>
              </a:ext>
            </a:extLst>
          </p:cNvPr>
          <p:cNvSpPr txBox="1"/>
          <p:nvPr/>
        </p:nvSpPr>
        <p:spPr>
          <a:xfrm>
            <a:off x="6372786" y="10045727"/>
            <a:ext cx="35877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5" dirty="0">
                <a:latin typeface="Calibri"/>
                <a:cs typeface="Calibri"/>
              </a:rPr>
              <a:t>BC+$$7!!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95" name="object 501">
            <a:extLst>
              <a:ext uri="{FF2B5EF4-FFF2-40B4-BE49-F238E27FC236}">
                <a16:creationId xmlns:a16="http://schemas.microsoft.com/office/drawing/2014/main" id="{908EF641-96A6-959B-79C6-E805032F2276}"/>
              </a:ext>
            </a:extLst>
          </p:cNvPr>
          <p:cNvSpPr txBox="1"/>
          <p:nvPr/>
        </p:nvSpPr>
        <p:spPr>
          <a:xfrm>
            <a:off x="6978074" y="10045727"/>
            <a:ext cx="39243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10" dirty="0">
                <a:latin typeface="Calibri"/>
                <a:cs typeface="Calibri"/>
              </a:rPr>
              <a:t>BC+"R$7!!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96" name="object 502">
            <a:extLst>
              <a:ext uri="{FF2B5EF4-FFF2-40B4-BE49-F238E27FC236}">
                <a16:creationId xmlns:a16="http://schemas.microsoft.com/office/drawing/2014/main" id="{37C2DCFC-6515-FC03-4029-CC76790B27D1}"/>
              </a:ext>
            </a:extLst>
          </p:cNvPr>
          <p:cNvSpPr txBox="1"/>
          <p:nvPr/>
        </p:nvSpPr>
        <p:spPr>
          <a:xfrm>
            <a:off x="7615867" y="10045727"/>
            <a:ext cx="39116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latin typeface="Calibri"/>
                <a:cs typeface="Calibri"/>
              </a:rPr>
              <a:t>B</a:t>
            </a:r>
            <a:r>
              <a:rPr sz="700" spc="40" dirty="0">
                <a:latin typeface="Calibri"/>
                <a:cs typeface="Calibri"/>
              </a:rPr>
              <a:t>C</a:t>
            </a:r>
            <a:r>
              <a:rPr sz="700" spc="50" dirty="0">
                <a:latin typeface="Calibri"/>
                <a:cs typeface="Calibri"/>
              </a:rPr>
              <a:t>+</a:t>
            </a:r>
            <a:r>
              <a:rPr sz="700" spc="-15" dirty="0">
                <a:latin typeface="Calibri"/>
                <a:cs typeface="Calibri"/>
              </a:rPr>
              <a:t>EU!</a:t>
            </a:r>
            <a:r>
              <a:rPr sz="700" spc="5" dirty="0">
                <a:latin typeface="Calibri"/>
                <a:cs typeface="Calibri"/>
              </a:rPr>
              <a:t>7</a:t>
            </a:r>
            <a:r>
              <a:rPr sz="700" spc="-60" dirty="0">
                <a:latin typeface="Calibri"/>
                <a:cs typeface="Calibri"/>
              </a:rPr>
              <a:t>!</a:t>
            </a:r>
            <a:r>
              <a:rPr sz="700" spc="-70" dirty="0">
                <a:latin typeface="Calibri"/>
                <a:cs typeface="Calibri"/>
              </a:rPr>
              <a:t>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97" name="object 503">
            <a:extLst>
              <a:ext uri="{FF2B5EF4-FFF2-40B4-BE49-F238E27FC236}">
                <a16:creationId xmlns:a16="http://schemas.microsoft.com/office/drawing/2014/main" id="{05E83845-36ED-E4CC-A58A-6B98BFB9788F}"/>
              </a:ext>
            </a:extLst>
          </p:cNvPr>
          <p:cNvSpPr txBox="1"/>
          <p:nvPr/>
        </p:nvSpPr>
        <p:spPr>
          <a:xfrm>
            <a:off x="8286432" y="10045727"/>
            <a:ext cx="38798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spc="-20" dirty="0">
                <a:latin typeface="Calibri"/>
                <a:cs typeface="Calibri"/>
              </a:rPr>
              <a:t>B</a:t>
            </a:r>
            <a:r>
              <a:rPr sz="700" spc="40" dirty="0">
                <a:latin typeface="Calibri"/>
                <a:cs typeface="Calibri"/>
              </a:rPr>
              <a:t>C</a:t>
            </a:r>
            <a:r>
              <a:rPr sz="700" spc="50" dirty="0">
                <a:latin typeface="Calibri"/>
                <a:cs typeface="Calibri"/>
              </a:rPr>
              <a:t>+</a:t>
            </a:r>
            <a:r>
              <a:rPr sz="700" dirty="0">
                <a:latin typeface="Calibri"/>
                <a:cs typeface="Calibri"/>
              </a:rPr>
              <a:t>"F$</a:t>
            </a:r>
            <a:r>
              <a:rPr sz="700" spc="5" dirty="0">
                <a:latin typeface="Calibri"/>
                <a:cs typeface="Calibri"/>
              </a:rPr>
              <a:t>7</a:t>
            </a:r>
            <a:r>
              <a:rPr sz="700" spc="-60" dirty="0">
                <a:latin typeface="Calibri"/>
                <a:cs typeface="Calibri"/>
              </a:rPr>
              <a:t>!</a:t>
            </a:r>
            <a:r>
              <a:rPr sz="700" spc="-70" dirty="0">
                <a:latin typeface="Calibri"/>
                <a:cs typeface="Calibri"/>
              </a:rPr>
              <a:t>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98" name="object 504">
            <a:extLst>
              <a:ext uri="{FF2B5EF4-FFF2-40B4-BE49-F238E27FC236}">
                <a16:creationId xmlns:a16="http://schemas.microsoft.com/office/drawing/2014/main" id="{3CFAB410-280E-F425-DDC3-F79098B3CABF}"/>
              </a:ext>
            </a:extLst>
          </p:cNvPr>
          <p:cNvSpPr txBox="1"/>
          <p:nvPr/>
        </p:nvSpPr>
        <p:spPr>
          <a:xfrm>
            <a:off x="8952213" y="10045727"/>
            <a:ext cx="421640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dirty="0">
                <a:latin typeface="Calibri"/>
                <a:cs typeface="Calibri"/>
              </a:rPr>
              <a:t>BC+RD$7!!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499" name="object 505">
            <a:extLst>
              <a:ext uri="{FF2B5EF4-FFF2-40B4-BE49-F238E27FC236}">
                <a16:creationId xmlns:a16="http://schemas.microsoft.com/office/drawing/2014/main" id="{EB2D21F9-CA88-2F4E-ACA9-28052011B083}"/>
              </a:ext>
            </a:extLst>
          </p:cNvPr>
          <p:cNvSpPr txBox="1"/>
          <p:nvPr/>
        </p:nvSpPr>
        <p:spPr>
          <a:xfrm>
            <a:off x="1335009" y="10254618"/>
            <a:ext cx="15303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50" dirty="0">
                <a:latin typeface="Calibri"/>
                <a:cs typeface="Calibri"/>
              </a:rPr>
              <a:t>!:</a:t>
            </a:r>
            <a:r>
              <a:rPr sz="700" b="1" spc="-10" dirty="0">
                <a:latin typeface="Calibri"/>
                <a:cs typeface="Calibri"/>
              </a:rPr>
              <a:t>#</a:t>
            </a:r>
            <a:r>
              <a:rPr sz="700" b="1" spc="-60" dirty="0">
                <a:latin typeface="Calibri"/>
                <a:cs typeface="Calibri"/>
              </a:rPr>
              <a:t>!</a:t>
            </a:r>
            <a:r>
              <a:rPr sz="700" b="1" spc="-70" dirty="0">
                <a:latin typeface="Calibri"/>
                <a:cs typeface="Calibri"/>
              </a:rPr>
              <a:t>!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500" name="object 506">
            <a:extLst>
              <a:ext uri="{FF2B5EF4-FFF2-40B4-BE49-F238E27FC236}">
                <a16:creationId xmlns:a16="http://schemas.microsoft.com/office/drawing/2014/main" id="{7B4B5AA5-0790-557A-F048-F8E44E22B700}"/>
              </a:ext>
            </a:extLst>
          </p:cNvPr>
          <p:cNvSpPr txBox="1"/>
          <p:nvPr/>
        </p:nvSpPr>
        <p:spPr>
          <a:xfrm>
            <a:off x="1744646" y="10254618"/>
            <a:ext cx="105219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25" dirty="0">
                <a:latin typeface="Calibri"/>
                <a:cs typeface="Calibri"/>
              </a:rPr>
              <a:t>*1,&gt;(-/*0()(5(%(*010&amp;(&gt;1,*/*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501" name="object 507">
            <a:extLst>
              <a:ext uri="{FF2B5EF4-FFF2-40B4-BE49-F238E27FC236}">
                <a16:creationId xmlns:a16="http://schemas.microsoft.com/office/drawing/2014/main" id="{85BA66C7-1CE6-09E4-9B9F-B375283B6FD0}"/>
              </a:ext>
            </a:extLst>
          </p:cNvPr>
          <p:cNvSpPr txBox="1"/>
          <p:nvPr/>
        </p:nvSpPr>
        <p:spPr>
          <a:xfrm>
            <a:off x="7578668" y="10254618"/>
            <a:ext cx="46926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20" dirty="0">
                <a:latin typeface="Calibri"/>
                <a:cs typeface="Calibri"/>
              </a:rPr>
              <a:t>,80@#;=93;?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502" name="object 508">
            <a:extLst>
              <a:ext uri="{FF2B5EF4-FFF2-40B4-BE49-F238E27FC236}">
                <a16:creationId xmlns:a16="http://schemas.microsoft.com/office/drawing/2014/main" id="{F58AE9BB-AFDC-C311-6F66-65959BB31D71}"/>
              </a:ext>
            </a:extLst>
          </p:cNvPr>
          <p:cNvSpPr txBox="1"/>
          <p:nvPr/>
        </p:nvSpPr>
        <p:spPr>
          <a:xfrm>
            <a:off x="8249232" y="10254618"/>
            <a:ext cx="487045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35" dirty="0">
                <a:latin typeface="Calibri"/>
                <a:cs typeface="Calibri"/>
              </a:rPr>
              <a:t>,</a:t>
            </a:r>
            <a:r>
              <a:rPr sz="700" b="1" spc="10" dirty="0">
                <a:latin typeface="Calibri"/>
                <a:cs typeface="Calibri"/>
              </a:rPr>
              <a:t>8</a:t>
            </a:r>
            <a:r>
              <a:rPr sz="700" b="1" spc="-15" dirty="0">
                <a:latin typeface="Calibri"/>
                <a:cs typeface="Calibri"/>
              </a:rPr>
              <a:t>0</a:t>
            </a:r>
            <a:r>
              <a:rPr sz="700" b="1" spc="10" dirty="0">
                <a:latin typeface="Calibri"/>
                <a:cs typeface="Calibri"/>
              </a:rPr>
              <a:t>$</a:t>
            </a:r>
            <a:r>
              <a:rPr sz="700" b="1" spc="-10" dirty="0">
                <a:latin typeface="Calibri"/>
                <a:cs typeface="Calibri"/>
              </a:rPr>
              <a:t>#</a:t>
            </a:r>
            <a:r>
              <a:rPr sz="700" b="1" spc="-60" dirty="0">
                <a:latin typeface="Calibri"/>
                <a:cs typeface="Calibri"/>
              </a:rPr>
              <a:t>?@;</a:t>
            </a:r>
            <a:r>
              <a:rPr sz="700" b="1" dirty="0">
                <a:latin typeface="Calibri"/>
                <a:cs typeface="Calibri"/>
              </a:rPr>
              <a:t>3</a:t>
            </a:r>
            <a:r>
              <a:rPr sz="700" b="1" spc="75" dirty="0">
                <a:latin typeface="Calibri"/>
                <a:cs typeface="Calibri"/>
              </a:rPr>
              <a:t>=</a:t>
            </a:r>
            <a:r>
              <a:rPr sz="700" b="1" spc="-45" dirty="0">
                <a:latin typeface="Calibri"/>
                <a:cs typeface="Calibri"/>
              </a:rPr>
              <a:t>?</a:t>
            </a:r>
            <a:endParaRPr sz="700">
              <a:latin typeface="Calibri"/>
              <a:cs typeface="Calibri"/>
            </a:endParaRPr>
          </a:p>
        </p:txBody>
      </p:sp>
      <p:sp>
        <p:nvSpPr>
          <p:cNvPr id="503" name="object 509">
            <a:extLst>
              <a:ext uri="{FF2B5EF4-FFF2-40B4-BE49-F238E27FC236}">
                <a16:creationId xmlns:a16="http://schemas.microsoft.com/office/drawing/2014/main" id="{20C3F166-25EE-3253-8943-8998B606CD6E}"/>
              </a:ext>
            </a:extLst>
          </p:cNvPr>
          <p:cNvSpPr txBox="1"/>
          <p:nvPr/>
        </p:nvSpPr>
        <p:spPr>
          <a:xfrm>
            <a:off x="8891720" y="10254618"/>
            <a:ext cx="521334" cy="131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b="1" spc="-15" dirty="0">
                <a:latin typeface="Calibri"/>
                <a:cs typeface="Calibri"/>
              </a:rPr>
              <a:t>,80"$#!=!3@&lt;</a:t>
            </a:r>
            <a:endParaRPr sz="700">
              <a:latin typeface="Calibri"/>
              <a:cs typeface="Calibri"/>
            </a:endParaRPr>
          </a:p>
        </p:txBody>
      </p:sp>
      <p:grpSp>
        <p:nvGrpSpPr>
          <p:cNvPr id="504" name="object 510">
            <a:extLst>
              <a:ext uri="{FF2B5EF4-FFF2-40B4-BE49-F238E27FC236}">
                <a16:creationId xmlns:a16="http://schemas.microsoft.com/office/drawing/2014/main" id="{065A8492-4529-67C5-6627-849043C159FB}"/>
              </a:ext>
            </a:extLst>
          </p:cNvPr>
          <p:cNvGrpSpPr/>
          <p:nvPr/>
        </p:nvGrpSpPr>
        <p:grpSpPr>
          <a:xfrm>
            <a:off x="1152750" y="5860586"/>
            <a:ext cx="8342630" cy="4568825"/>
            <a:chOff x="1152750" y="5860586"/>
            <a:chExt cx="8342630" cy="4568825"/>
          </a:xfrm>
        </p:grpSpPr>
        <p:sp>
          <p:nvSpPr>
            <p:cNvPr id="505" name="object 511">
              <a:extLst>
                <a:ext uri="{FF2B5EF4-FFF2-40B4-BE49-F238E27FC236}">
                  <a16:creationId xmlns:a16="http://schemas.microsoft.com/office/drawing/2014/main" id="{43558FA4-9C5F-865B-6206-F9E3469F4594}"/>
                </a:ext>
              </a:extLst>
            </p:cNvPr>
            <p:cNvSpPr/>
            <p:nvPr/>
          </p:nvSpPr>
          <p:spPr>
            <a:xfrm>
              <a:off x="1168306" y="5871446"/>
              <a:ext cx="8306434" cy="0"/>
            </a:xfrm>
            <a:custGeom>
              <a:avLst/>
              <a:gdLst/>
              <a:ahLst/>
              <a:cxnLst/>
              <a:rect l="l" t="t" r="r" b="b"/>
              <a:pathLst>
                <a:path w="8306434">
                  <a:moveTo>
                    <a:pt x="0" y="0"/>
                  </a:moveTo>
                  <a:lnTo>
                    <a:pt x="8306343" y="0"/>
                  </a:lnTo>
                </a:path>
              </a:pathLst>
            </a:custGeom>
            <a:ln w="46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6" name="object 512">
              <a:extLst>
                <a:ext uri="{FF2B5EF4-FFF2-40B4-BE49-F238E27FC236}">
                  <a16:creationId xmlns:a16="http://schemas.microsoft.com/office/drawing/2014/main" id="{CC6CB791-E58E-8341-6C46-3011AE292235}"/>
                </a:ext>
              </a:extLst>
            </p:cNvPr>
            <p:cNvSpPr/>
            <p:nvPr/>
          </p:nvSpPr>
          <p:spPr>
            <a:xfrm>
              <a:off x="1165974" y="5869161"/>
              <a:ext cx="8311515" cy="5080"/>
            </a:xfrm>
            <a:custGeom>
              <a:avLst/>
              <a:gdLst/>
              <a:ahLst/>
              <a:cxnLst/>
              <a:rect l="l" t="t" r="r" b="b"/>
              <a:pathLst>
                <a:path w="8311515" h="5079">
                  <a:moveTo>
                    <a:pt x="8310972" y="0"/>
                  </a:moveTo>
                  <a:lnTo>
                    <a:pt x="0" y="0"/>
                  </a:lnTo>
                  <a:lnTo>
                    <a:pt x="0" y="4628"/>
                  </a:lnTo>
                  <a:lnTo>
                    <a:pt x="8310972" y="4628"/>
                  </a:lnTo>
                  <a:lnTo>
                    <a:pt x="83109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7" name="object 513">
              <a:extLst>
                <a:ext uri="{FF2B5EF4-FFF2-40B4-BE49-F238E27FC236}">
                  <a16:creationId xmlns:a16="http://schemas.microsoft.com/office/drawing/2014/main" id="{385D8DB5-E8AD-5E53-7584-FE645FD4D2D2}"/>
                </a:ext>
              </a:extLst>
            </p:cNvPr>
            <p:cNvSpPr/>
            <p:nvPr/>
          </p:nvSpPr>
          <p:spPr>
            <a:xfrm>
              <a:off x="1168306" y="6057018"/>
              <a:ext cx="8306434" cy="0"/>
            </a:xfrm>
            <a:custGeom>
              <a:avLst/>
              <a:gdLst/>
              <a:ahLst/>
              <a:cxnLst/>
              <a:rect l="l" t="t" r="r" b="b"/>
              <a:pathLst>
                <a:path w="8306434">
                  <a:moveTo>
                    <a:pt x="0" y="0"/>
                  </a:moveTo>
                  <a:lnTo>
                    <a:pt x="8306343" y="0"/>
                  </a:lnTo>
                </a:path>
              </a:pathLst>
            </a:custGeom>
            <a:ln w="46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8" name="object 514">
              <a:extLst>
                <a:ext uri="{FF2B5EF4-FFF2-40B4-BE49-F238E27FC236}">
                  <a16:creationId xmlns:a16="http://schemas.microsoft.com/office/drawing/2014/main" id="{10EB5EEC-9264-96F4-2008-1FB43C23BEBD}"/>
                </a:ext>
              </a:extLst>
            </p:cNvPr>
            <p:cNvSpPr/>
            <p:nvPr/>
          </p:nvSpPr>
          <p:spPr>
            <a:xfrm>
              <a:off x="1165974" y="6054726"/>
              <a:ext cx="8311515" cy="5080"/>
            </a:xfrm>
            <a:custGeom>
              <a:avLst/>
              <a:gdLst/>
              <a:ahLst/>
              <a:cxnLst/>
              <a:rect l="l" t="t" r="r" b="b"/>
              <a:pathLst>
                <a:path w="8311515" h="5079">
                  <a:moveTo>
                    <a:pt x="8310972" y="0"/>
                  </a:moveTo>
                  <a:lnTo>
                    <a:pt x="0" y="0"/>
                  </a:lnTo>
                  <a:lnTo>
                    <a:pt x="0" y="4638"/>
                  </a:lnTo>
                  <a:lnTo>
                    <a:pt x="8310972" y="4638"/>
                  </a:lnTo>
                  <a:lnTo>
                    <a:pt x="83109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9" name="object 515">
              <a:extLst>
                <a:ext uri="{FF2B5EF4-FFF2-40B4-BE49-F238E27FC236}">
                  <a16:creationId xmlns:a16="http://schemas.microsoft.com/office/drawing/2014/main" id="{8C0F5639-D5E8-7064-1D39-72C872A22B2A}"/>
                </a:ext>
              </a:extLst>
            </p:cNvPr>
            <p:cNvSpPr/>
            <p:nvPr/>
          </p:nvSpPr>
          <p:spPr>
            <a:xfrm>
              <a:off x="1168306" y="6316868"/>
              <a:ext cx="8306434" cy="0"/>
            </a:xfrm>
            <a:custGeom>
              <a:avLst/>
              <a:gdLst/>
              <a:ahLst/>
              <a:cxnLst/>
              <a:rect l="l" t="t" r="r" b="b"/>
              <a:pathLst>
                <a:path w="8306434">
                  <a:moveTo>
                    <a:pt x="0" y="0"/>
                  </a:moveTo>
                  <a:lnTo>
                    <a:pt x="8306343" y="0"/>
                  </a:lnTo>
                </a:path>
              </a:pathLst>
            </a:custGeom>
            <a:ln w="46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0" name="object 516">
              <a:extLst>
                <a:ext uri="{FF2B5EF4-FFF2-40B4-BE49-F238E27FC236}">
                  <a16:creationId xmlns:a16="http://schemas.microsoft.com/office/drawing/2014/main" id="{46893906-537A-CE83-407B-321BA2092BE7}"/>
                </a:ext>
              </a:extLst>
            </p:cNvPr>
            <p:cNvSpPr/>
            <p:nvPr/>
          </p:nvSpPr>
          <p:spPr>
            <a:xfrm>
              <a:off x="1165974" y="6314572"/>
              <a:ext cx="8311515" cy="5080"/>
            </a:xfrm>
            <a:custGeom>
              <a:avLst/>
              <a:gdLst/>
              <a:ahLst/>
              <a:cxnLst/>
              <a:rect l="l" t="t" r="r" b="b"/>
              <a:pathLst>
                <a:path w="8311515" h="5079">
                  <a:moveTo>
                    <a:pt x="8310972" y="0"/>
                  </a:moveTo>
                  <a:lnTo>
                    <a:pt x="0" y="0"/>
                  </a:lnTo>
                  <a:lnTo>
                    <a:pt x="0" y="4649"/>
                  </a:lnTo>
                  <a:lnTo>
                    <a:pt x="8310972" y="4649"/>
                  </a:lnTo>
                  <a:lnTo>
                    <a:pt x="83109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1" name="object 517">
              <a:extLst>
                <a:ext uri="{FF2B5EF4-FFF2-40B4-BE49-F238E27FC236}">
                  <a16:creationId xmlns:a16="http://schemas.microsoft.com/office/drawing/2014/main" id="{A9AB5979-BE9F-486D-6A9B-099516C2ACF7}"/>
                </a:ext>
              </a:extLst>
            </p:cNvPr>
            <p:cNvSpPr/>
            <p:nvPr/>
          </p:nvSpPr>
          <p:spPr>
            <a:xfrm>
              <a:off x="1168306" y="6576717"/>
              <a:ext cx="8306434" cy="0"/>
            </a:xfrm>
            <a:custGeom>
              <a:avLst/>
              <a:gdLst/>
              <a:ahLst/>
              <a:cxnLst/>
              <a:rect l="l" t="t" r="r" b="b"/>
              <a:pathLst>
                <a:path w="8306434">
                  <a:moveTo>
                    <a:pt x="0" y="0"/>
                  </a:moveTo>
                  <a:lnTo>
                    <a:pt x="8306343" y="0"/>
                  </a:lnTo>
                </a:path>
              </a:pathLst>
            </a:custGeom>
            <a:ln w="46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2" name="object 518">
              <a:extLst>
                <a:ext uri="{FF2B5EF4-FFF2-40B4-BE49-F238E27FC236}">
                  <a16:creationId xmlns:a16="http://schemas.microsoft.com/office/drawing/2014/main" id="{B09F0AA6-E646-9D13-8CD3-CE72B98AAF97}"/>
                </a:ext>
              </a:extLst>
            </p:cNvPr>
            <p:cNvSpPr/>
            <p:nvPr/>
          </p:nvSpPr>
          <p:spPr>
            <a:xfrm>
              <a:off x="1165974" y="6574375"/>
              <a:ext cx="8311515" cy="5080"/>
            </a:xfrm>
            <a:custGeom>
              <a:avLst/>
              <a:gdLst/>
              <a:ahLst/>
              <a:cxnLst/>
              <a:rect l="l" t="t" r="r" b="b"/>
              <a:pathLst>
                <a:path w="8311515" h="5079">
                  <a:moveTo>
                    <a:pt x="8310972" y="0"/>
                  </a:moveTo>
                  <a:lnTo>
                    <a:pt x="0" y="0"/>
                  </a:lnTo>
                  <a:lnTo>
                    <a:pt x="0" y="4628"/>
                  </a:lnTo>
                  <a:lnTo>
                    <a:pt x="8310972" y="4628"/>
                  </a:lnTo>
                  <a:lnTo>
                    <a:pt x="83109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3" name="object 519">
              <a:extLst>
                <a:ext uri="{FF2B5EF4-FFF2-40B4-BE49-F238E27FC236}">
                  <a16:creationId xmlns:a16="http://schemas.microsoft.com/office/drawing/2014/main" id="{EEF4C66B-58AA-8DC9-0E12-72EE42BF61B2}"/>
                </a:ext>
              </a:extLst>
            </p:cNvPr>
            <p:cNvSpPr/>
            <p:nvPr/>
          </p:nvSpPr>
          <p:spPr>
            <a:xfrm>
              <a:off x="1168306" y="6836445"/>
              <a:ext cx="8306434" cy="0"/>
            </a:xfrm>
            <a:custGeom>
              <a:avLst/>
              <a:gdLst/>
              <a:ahLst/>
              <a:cxnLst/>
              <a:rect l="l" t="t" r="r" b="b"/>
              <a:pathLst>
                <a:path w="8306434">
                  <a:moveTo>
                    <a:pt x="0" y="0"/>
                  </a:moveTo>
                  <a:lnTo>
                    <a:pt x="8306343" y="0"/>
                  </a:lnTo>
                </a:path>
              </a:pathLst>
            </a:custGeom>
            <a:ln w="46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4" name="object 520">
              <a:extLst>
                <a:ext uri="{FF2B5EF4-FFF2-40B4-BE49-F238E27FC236}">
                  <a16:creationId xmlns:a16="http://schemas.microsoft.com/office/drawing/2014/main" id="{83443353-EDDF-2DDF-589B-58873FB047A6}"/>
                </a:ext>
              </a:extLst>
            </p:cNvPr>
            <p:cNvSpPr/>
            <p:nvPr/>
          </p:nvSpPr>
          <p:spPr>
            <a:xfrm>
              <a:off x="1165974" y="6834096"/>
              <a:ext cx="8311515" cy="5080"/>
            </a:xfrm>
            <a:custGeom>
              <a:avLst/>
              <a:gdLst/>
              <a:ahLst/>
              <a:cxnLst/>
              <a:rect l="l" t="t" r="r" b="b"/>
              <a:pathLst>
                <a:path w="8311515" h="5079">
                  <a:moveTo>
                    <a:pt x="8310972" y="0"/>
                  </a:moveTo>
                  <a:lnTo>
                    <a:pt x="0" y="0"/>
                  </a:lnTo>
                  <a:lnTo>
                    <a:pt x="0" y="4638"/>
                  </a:lnTo>
                  <a:lnTo>
                    <a:pt x="8310972" y="4638"/>
                  </a:lnTo>
                  <a:lnTo>
                    <a:pt x="83109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5" name="object 521">
              <a:extLst>
                <a:ext uri="{FF2B5EF4-FFF2-40B4-BE49-F238E27FC236}">
                  <a16:creationId xmlns:a16="http://schemas.microsoft.com/office/drawing/2014/main" id="{B0F2E046-8721-5B02-C428-9A5F2820429C}"/>
                </a:ext>
              </a:extLst>
            </p:cNvPr>
            <p:cNvSpPr/>
            <p:nvPr/>
          </p:nvSpPr>
          <p:spPr>
            <a:xfrm>
              <a:off x="1168306" y="7300354"/>
              <a:ext cx="8306434" cy="0"/>
            </a:xfrm>
            <a:custGeom>
              <a:avLst/>
              <a:gdLst/>
              <a:ahLst/>
              <a:cxnLst/>
              <a:rect l="l" t="t" r="r" b="b"/>
              <a:pathLst>
                <a:path w="8306434">
                  <a:moveTo>
                    <a:pt x="0" y="0"/>
                  </a:moveTo>
                  <a:lnTo>
                    <a:pt x="8306343" y="0"/>
                  </a:lnTo>
                </a:path>
              </a:pathLst>
            </a:custGeom>
            <a:ln w="46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6" name="object 522">
              <a:extLst>
                <a:ext uri="{FF2B5EF4-FFF2-40B4-BE49-F238E27FC236}">
                  <a16:creationId xmlns:a16="http://schemas.microsoft.com/office/drawing/2014/main" id="{484BB5C5-1CB7-8CAE-A88A-01A7A7F6FDC5}"/>
                </a:ext>
              </a:extLst>
            </p:cNvPr>
            <p:cNvSpPr/>
            <p:nvPr/>
          </p:nvSpPr>
          <p:spPr>
            <a:xfrm>
              <a:off x="1165974" y="5869171"/>
              <a:ext cx="8320405" cy="1433830"/>
            </a:xfrm>
            <a:custGeom>
              <a:avLst/>
              <a:gdLst/>
              <a:ahLst/>
              <a:cxnLst/>
              <a:rect l="l" t="t" r="r" b="b"/>
              <a:pathLst>
                <a:path w="8320405" h="1433829">
                  <a:moveTo>
                    <a:pt x="8320278" y="0"/>
                  </a:moveTo>
                  <a:lnTo>
                    <a:pt x="8310969" y="0"/>
                  </a:lnTo>
                  <a:lnTo>
                    <a:pt x="8310969" y="1428889"/>
                  </a:lnTo>
                  <a:lnTo>
                    <a:pt x="0" y="1428889"/>
                  </a:lnTo>
                  <a:lnTo>
                    <a:pt x="0" y="1433537"/>
                  </a:lnTo>
                  <a:lnTo>
                    <a:pt x="8310969" y="1433537"/>
                  </a:lnTo>
                  <a:lnTo>
                    <a:pt x="8320278" y="1433537"/>
                  </a:lnTo>
                  <a:lnTo>
                    <a:pt x="83202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7" name="object 523">
              <a:extLst>
                <a:ext uri="{FF2B5EF4-FFF2-40B4-BE49-F238E27FC236}">
                  <a16:creationId xmlns:a16="http://schemas.microsoft.com/office/drawing/2014/main" id="{D3007F31-2B08-93BF-17EE-17B266C790DE}"/>
                </a:ext>
              </a:extLst>
            </p:cNvPr>
            <p:cNvSpPr/>
            <p:nvPr/>
          </p:nvSpPr>
          <p:spPr>
            <a:xfrm>
              <a:off x="1168306" y="7486049"/>
              <a:ext cx="8315959" cy="0"/>
            </a:xfrm>
            <a:custGeom>
              <a:avLst/>
              <a:gdLst/>
              <a:ahLst/>
              <a:cxnLst/>
              <a:rect l="l" t="t" r="r" b="b"/>
              <a:pathLst>
                <a:path w="8315959">
                  <a:moveTo>
                    <a:pt x="0" y="0"/>
                  </a:moveTo>
                  <a:lnTo>
                    <a:pt x="8315652" y="0"/>
                  </a:lnTo>
                </a:path>
              </a:pathLst>
            </a:custGeom>
            <a:ln w="46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8" name="object 524">
              <a:extLst>
                <a:ext uri="{FF2B5EF4-FFF2-40B4-BE49-F238E27FC236}">
                  <a16:creationId xmlns:a16="http://schemas.microsoft.com/office/drawing/2014/main" id="{8FFCD7FA-E7DE-A3C0-6156-69A33B2A544F}"/>
                </a:ext>
              </a:extLst>
            </p:cNvPr>
            <p:cNvSpPr/>
            <p:nvPr/>
          </p:nvSpPr>
          <p:spPr>
            <a:xfrm>
              <a:off x="1165974" y="7483698"/>
              <a:ext cx="8320405" cy="5080"/>
            </a:xfrm>
            <a:custGeom>
              <a:avLst/>
              <a:gdLst/>
              <a:ahLst/>
              <a:cxnLst/>
              <a:rect l="l" t="t" r="r" b="b"/>
              <a:pathLst>
                <a:path w="8320405" h="5079">
                  <a:moveTo>
                    <a:pt x="8320280" y="0"/>
                  </a:moveTo>
                  <a:lnTo>
                    <a:pt x="0" y="0"/>
                  </a:lnTo>
                  <a:lnTo>
                    <a:pt x="0" y="4638"/>
                  </a:lnTo>
                  <a:lnTo>
                    <a:pt x="8320280" y="4638"/>
                  </a:lnTo>
                  <a:lnTo>
                    <a:pt x="83202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9" name="object 525">
              <a:extLst>
                <a:ext uri="{FF2B5EF4-FFF2-40B4-BE49-F238E27FC236}">
                  <a16:creationId xmlns:a16="http://schemas.microsoft.com/office/drawing/2014/main" id="{B3F90BF6-2609-5A7B-5C75-55FE4E925230}"/>
                </a:ext>
              </a:extLst>
            </p:cNvPr>
            <p:cNvSpPr/>
            <p:nvPr/>
          </p:nvSpPr>
          <p:spPr>
            <a:xfrm>
              <a:off x="1168306" y="7671620"/>
              <a:ext cx="8315959" cy="0"/>
            </a:xfrm>
            <a:custGeom>
              <a:avLst/>
              <a:gdLst/>
              <a:ahLst/>
              <a:cxnLst/>
              <a:rect l="l" t="t" r="r" b="b"/>
              <a:pathLst>
                <a:path w="8315959">
                  <a:moveTo>
                    <a:pt x="0" y="0"/>
                  </a:moveTo>
                  <a:lnTo>
                    <a:pt x="8315652" y="0"/>
                  </a:lnTo>
                </a:path>
              </a:pathLst>
            </a:custGeom>
            <a:ln w="46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0" name="object 526">
              <a:extLst>
                <a:ext uri="{FF2B5EF4-FFF2-40B4-BE49-F238E27FC236}">
                  <a16:creationId xmlns:a16="http://schemas.microsoft.com/office/drawing/2014/main" id="{641A050E-5204-4A79-BD5E-1DC62BCD0173}"/>
                </a:ext>
              </a:extLst>
            </p:cNvPr>
            <p:cNvSpPr/>
            <p:nvPr/>
          </p:nvSpPr>
          <p:spPr>
            <a:xfrm>
              <a:off x="1165974" y="7669263"/>
              <a:ext cx="8320405" cy="5080"/>
            </a:xfrm>
            <a:custGeom>
              <a:avLst/>
              <a:gdLst/>
              <a:ahLst/>
              <a:cxnLst/>
              <a:rect l="l" t="t" r="r" b="b"/>
              <a:pathLst>
                <a:path w="8320405" h="5079">
                  <a:moveTo>
                    <a:pt x="8320280" y="0"/>
                  </a:moveTo>
                  <a:lnTo>
                    <a:pt x="0" y="0"/>
                  </a:lnTo>
                  <a:lnTo>
                    <a:pt x="0" y="4649"/>
                  </a:lnTo>
                  <a:lnTo>
                    <a:pt x="8320280" y="4649"/>
                  </a:lnTo>
                  <a:lnTo>
                    <a:pt x="83202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1" name="object 527">
              <a:extLst>
                <a:ext uri="{FF2B5EF4-FFF2-40B4-BE49-F238E27FC236}">
                  <a16:creationId xmlns:a16="http://schemas.microsoft.com/office/drawing/2014/main" id="{7EEE9353-851D-C9D0-498F-BDF42CDB8A6C}"/>
                </a:ext>
              </a:extLst>
            </p:cNvPr>
            <p:cNvSpPr/>
            <p:nvPr/>
          </p:nvSpPr>
          <p:spPr>
            <a:xfrm>
              <a:off x="1168306" y="7857131"/>
              <a:ext cx="8306434" cy="0"/>
            </a:xfrm>
            <a:custGeom>
              <a:avLst/>
              <a:gdLst/>
              <a:ahLst/>
              <a:cxnLst/>
              <a:rect l="l" t="t" r="r" b="b"/>
              <a:pathLst>
                <a:path w="8306434">
                  <a:moveTo>
                    <a:pt x="0" y="0"/>
                  </a:moveTo>
                  <a:lnTo>
                    <a:pt x="8306343" y="0"/>
                  </a:lnTo>
                </a:path>
              </a:pathLst>
            </a:custGeom>
            <a:ln w="46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2" name="object 528">
              <a:extLst>
                <a:ext uri="{FF2B5EF4-FFF2-40B4-BE49-F238E27FC236}">
                  <a16:creationId xmlns:a16="http://schemas.microsoft.com/office/drawing/2014/main" id="{B661927C-0E0F-24EE-DD78-11757E84203F}"/>
                </a:ext>
              </a:extLst>
            </p:cNvPr>
            <p:cNvSpPr/>
            <p:nvPr/>
          </p:nvSpPr>
          <p:spPr>
            <a:xfrm>
              <a:off x="1165974" y="7854839"/>
              <a:ext cx="8311515" cy="5080"/>
            </a:xfrm>
            <a:custGeom>
              <a:avLst/>
              <a:gdLst/>
              <a:ahLst/>
              <a:cxnLst/>
              <a:rect l="l" t="t" r="r" b="b"/>
              <a:pathLst>
                <a:path w="8311515" h="5079">
                  <a:moveTo>
                    <a:pt x="8310972" y="0"/>
                  </a:moveTo>
                  <a:lnTo>
                    <a:pt x="0" y="0"/>
                  </a:lnTo>
                  <a:lnTo>
                    <a:pt x="0" y="4649"/>
                  </a:lnTo>
                  <a:lnTo>
                    <a:pt x="8310972" y="4649"/>
                  </a:lnTo>
                  <a:lnTo>
                    <a:pt x="83109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3" name="object 529">
              <a:extLst>
                <a:ext uri="{FF2B5EF4-FFF2-40B4-BE49-F238E27FC236}">
                  <a16:creationId xmlns:a16="http://schemas.microsoft.com/office/drawing/2014/main" id="{8F3EEEDE-EF8F-633F-7DB8-25BC15071735}"/>
                </a:ext>
              </a:extLst>
            </p:cNvPr>
            <p:cNvSpPr/>
            <p:nvPr/>
          </p:nvSpPr>
          <p:spPr>
            <a:xfrm>
              <a:off x="9483958" y="7304987"/>
              <a:ext cx="0" cy="548005"/>
            </a:xfrm>
            <a:custGeom>
              <a:avLst/>
              <a:gdLst/>
              <a:ahLst/>
              <a:cxnLst/>
              <a:rect l="l" t="t" r="r" b="b"/>
              <a:pathLst>
                <a:path h="548004">
                  <a:moveTo>
                    <a:pt x="0" y="0"/>
                  </a:moveTo>
                  <a:lnTo>
                    <a:pt x="0" y="547512"/>
                  </a:lnTo>
                </a:path>
              </a:pathLst>
            </a:custGeom>
            <a:ln w="46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4" name="object 530">
              <a:extLst>
                <a:ext uri="{FF2B5EF4-FFF2-40B4-BE49-F238E27FC236}">
                  <a16:creationId xmlns:a16="http://schemas.microsoft.com/office/drawing/2014/main" id="{842F5770-18AA-2EFE-9F6D-2724E7F425C3}"/>
                </a:ext>
              </a:extLst>
            </p:cNvPr>
            <p:cNvSpPr/>
            <p:nvPr/>
          </p:nvSpPr>
          <p:spPr>
            <a:xfrm>
              <a:off x="9481606" y="7302699"/>
              <a:ext cx="5080" cy="552450"/>
            </a:xfrm>
            <a:custGeom>
              <a:avLst/>
              <a:gdLst/>
              <a:ahLst/>
              <a:cxnLst/>
              <a:rect l="l" t="t" r="r" b="b"/>
              <a:pathLst>
                <a:path w="5079" h="552450">
                  <a:moveTo>
                    <a:pt x="4659" y="0"/>
                  </a:moveTo>
                  <a:lnTo>
                    <a:pt x="0" y="0"/>
                  </a:lnTo>
                  <a:lnTo>
                    <a:pt x="0" y="552150"/>
                  </a:lnTo>
                  <a:lnTo>
                    <a:pt x="4659" y="552150"/>
                  </a:lnTo>
                  <a:lnTo>
                    <a:pt x="46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5" name="object 531">
              <a:extLst>
                <a:ext uri="{FF2B5EF4-FFF2-40B4-BE49-F238E27FC236}">
                  <a16:creationId xmlns:a16="http://schemas.microsoft.com/office/drawing/2014/main" id="{E4768E12-0683-38EC-73E4-716243201732}"/>
                </a:ext>
              </a:extLst>
            </p:cNvPr>
            <p:cNvSpPr/>
            <p:nvPr/>
          </p:nvSpPr>
          <p:spPr>
            <a:xfrm>
              <a:off x="1168306" y="8089177"/>
              <a:ext cx="8306434" cy="0"/>
            </a:xfrm>
            <a:custGeom>
              <a:avLst/>
              <a:gdLst/>
              <a:ahLst/>
              <a:cxnLst/>
              <a:rect l="l" t="t" r="r" b="b"/>
              <a:pathLst>
                <a:path w="8306434">
                  <a:moveTo>
                    <a:pt x="0" y="0"/>
                  </a:moveTo>
                  <a:lnTo>
                    <a:pt x="8306343" y="0"/>
                  </a:lnTo>
                </a:path>
              </a:pathLst>
            </a:custGeom>
            <a:ln w="46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6" name="object 532">
              <a:extLst>
                <a:ext uri="{FF2B5EF4-FFF2-40B4-BE49-F238E27FC236}">
                  <a16:creationId xmlns:a16="http://schemas.microsoft.com/office/drawing/2014/main" id="{A2DB2195-42C4-FC08-0788-FB81B7259B7C}"/>
                </a:ext>
              </a:extLst>
            </p:cNvPr>
            <p:cNvSpPr/>
            <p:nvPr/>
          </p:nvSpPr>
          <p:spPr>
            <a:xfrm>
              <a:off x="1165974" y="8086821"/>
              <a:ext cx="8311515" cy="5080"/>
            </a:xfrm>
            <a:custGeom>
              <a:avLst/>
              <a:gdLst/>
              <a:ahLst/>
              <a:cxnLst/>
              <a:rect l="l" t="t" r="r" b="b"/>
              <a:pathLst>
                <a:path w="8311515" h="5079">
                  <a:moveTo>
                    <a:pt x="8310972" y="0"/>
                  </a:moveTo>
                  <a:lnTo>
                    <a:pt x="0" y="0"/>
                  </a:lnTo>
                  <a:lnTo>
                    <a:pt x="0" y="4638"/>
                  </a:lnTo>
                  <a:lnTo>
                    <a:pt x="8310972" y="4638"/>
                  </a:lnTo>
                  <a:lnTo>
                    <a:pt x="83109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7" name="object 533">
              <a:extLst>
                <a:ext uri="{FF2B5EF4-FFF2-40B4-BE49-F238E27FC236}">
                  <a16:creationId xmlns:a16="http://schemas.microsoft.com/office/drawing/2014/main" id="{F638440E-E00B-2915-04C0-A394C987C3E8}"/>
                </a:ext>
              </a:extLst>
            </p:cNvPr>
            <p:cNvSpPr/>
            <p:nvPr/>
          </p:nvSpPr>
          <p:spPr>
            <a:xfrm>
              <a:off x="1168306" y="8274688"/>
              <a:ext cx="8306434" cy="0"/>
            </a:xfrm>
            <a:custGeom>
              <a:avLst/>
              <a:gdLst/>
              <a:ahLst/>
              <a:cxnLst/>
              <a:rect l="l" t="t" r="r" b="b"/>
              <a:pathLst>
                <a:path w="8306434">
                  <a:moveTo>
                    <a:pt x="0" y="0"/>
                  </a:moveTo>
                  <a:lnTo>
                    <a:pt x="8306343" y="0"/>
                  </a:lnTo>
                </a:path>
              </a:pathLst>
            </a:custGeom>
            <a:ln w="46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8" name="object 534">
              <a:extLst>
                <a:ext uri="{FF2B5EF4-FFF2-40B4-BE49-F238E27FC236}">
                  <a16:creationId xmlns:a16="http://schemas.microsoft.com/office/drawing/2014/main" id="{AEEFF95E-7EE2-2168-C5F8-BBA8855BBC45}"/>
                </a:ext>
              </a:extLst>
            </p:cNvPr>
            <p:cNvSpPr/>
            <p:nvPr/>
          </p:nvSpPr>
          <p:spPr>
            <a:xfrm>
              <a:off x="1165974" y="8272397"/>
              <a:ext cx="8311515" cy="5080"/>
            </a:xfrm>
            <a:custGeom>
              <a:avLst/>
              <a:gdLst/>
              <a:ahLst/>
              <a:cxnLst/>
              <a:rect l="l" t="t" r="r" b="b"/>
              <a:pathLst>
                <a:path w="8311515" h="5079">
                  <a:moveTo>
                    <a:pt x="8310972" y="0"/>
                  </a:moveTo>
                  <a:lnTo>
                    <a:pt x="0" y="0"/>
                  </a:lnTo>
                  <a:lnTo>
                    <a:pt x="0" y="4638"/>
                  </a:lnTo>
                  <a:lnTo>
                    <a:pt x="8310972" y="4638"/>
                  </a:lnTo>
                  <a:lnTo>
                    <a:pt x="83109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9" name="object 535">
              <a:extLst>
                <a:ext uri="{FF2B5EF4-FFF2-40B4-BE49-F238E27FC236}">
                  <a16:creationId xmlns:a16="http://schemas.microsoft.com/office/drawing/2014/main" id="{7C7FA167-5F4F-2F13-C1C4-FA59D523FB29}"/>
                </a:ext>
              </a:extLst>
            </p:cNvPr>
            <p:cNvSpPr/>
            <p:nvPr/>
          </p:nvSpPr>
          <p:spPr>
            <a:xfrm>
              <a:off x="1168306" y="8534599"/>
              <a:ext cx="8306434" cy="0"/>
            </a:xfrm>
            <a:custGeom>
              <a:avLst/>
              <a:gdLst/>
              <a:ahLst/>
              <a:cxnLst/>
              <a:rect l="l" t="t" r="r" b="b"/>
              <a:pathLst>
                <a:path w="8306434">
                  <a:moveTo>
                    <a:pt x="0" y="0"/>
                  </a:moveTo>
                  <a:lnTo>
                    <a:pt x="8306343" y="0"/>
                  </a:lnTo>
                </a:path>
              </a:pathLst>
            </a:custGeom>
            <a:ln w="46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0" name="object 536">
              <a:extLst>
                <a:ext uri="{FF2B5EF4-FFF2-40B4-BE49-F238E27FC236}">
                  <a16:creationId xmlns:a16="http://schemas.microsoft.com/office/drawing/2014/main" id="{72280C7A-5FDD-C0FC-1357-EA62827A9F4D}"/>
                </a:ext>
              </a:extLst>
            </p:cNvPr>
            <p:cNvSpPr/>
            <p:nvPr/>
          </p:nvSpPr>
          <p:spPr>
            <a:xfrm>
              <a:off x="1165974" y="8532242"/>
              <a:ext cx="8311515" cy="5080"/>
            </a:xfrm>
            <a:custGeom>
              <a:avLst/>
              <a:gdLst/>
              <a:ahLst/>
              <a:cxnLst/>
              <a:rect l="l" t="t" r="r" b="b"/>
              <a:pathLst>
                <a:path w="8311515" h="5079">
                  <a:moveTo>
                    <a:pt x="8310972" y="0"/>
                  </a:moveTo>
                  <a:lnTo>
                    <a:pt x="0" y="0"/>
                  </a:lnTo>
                  <a:lnTo>
                    <a:pt x="0" y="4649"/>
                  </a:lnTo>
                  <a:lnTo>
                    <a:pt x="8310972" y="4649"/>
                  </a:lnTo>
                  <a:lnTo>
                    <a:pt x="83109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1" name="object 537">
              <a:extLst>
                <a:ext uri="{FF2B5EF4-FFF2-40B4-BE49-F238E27FC236}">
                  <a16:creationId xmlns:a16="http://schemas.microsoft.com/office/drawing/2014/main" id="{B08F6C22-DDC5-1363-0AE3-3F767C9567A3}"/>
                </a:ext>
              </a:extLst>
            </p:cNvPr>
            <p:cNvSpPr/>
            <p:nvPr/>
          </p:nvSpPr>
          <p:spPr>
            <a:xfrm>
              <a:off x="1168306" y="8766463"/>
              <a:ext cx="8306434" cy="0"/>
            </a:xfrm>
            <a:custGeom>
              <a:avLst/>
              <a:gdLst/>
              <a:ahLst/>
              <a:cxnLst/>
              <a:rect l="l" t="t" r="r" b="b"/>
              <a:pathLst>
                <a:path w="8306434">
                  <a:moveTo>
                    <a:pt x="0" y="0"/>
                  </a:moveTo>
                  <a:lnTo>
                    <a:pt x="8306343" y="0"/>
                  </a:lnTo>
                </a:path>
              </a:pathLst>
            </a:custGeom>
            <a:ln w="46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2" name="object 538">
              <a:extLst>
                <a:ext uri="{FF2B5EF4-FFF2-40B4-BE49-F238E27FC236}">
                  <a16:creationId xmlns:a16="http://schemas.microsoft.com/office/drawing/2014/main" id="{2D914806-E563-4662-6E74-289C8A0F0A12}"/>
                </a:ext>
              </a:extLst>
            </p:cNvPr>
            <p:cNvSpPr/>
            <p:nvPr/>
          </p:nvSpPr>
          <p:spPr>
            <a:xfrm>
              <a:off x="1165974" y="8764162"/>
              <a:ext cx="8311515" cy="5080"/>
            </a:xfrm>
            <a:custGeom>
              <a:avLst/>
              <a:gdLst/>
              <a:ahLst/>
              <a:cxnLst/>
              <a:rect l="l" t="t" r="r" b="b"/>
              <a:pathLst>
                <a:path w="8311515" h="5079">
                  <a:moveTo>
                    <a:pt x="8310972" y="0"/>
                  </a:moveTo>
                  <a:lnTo>
                    <a:pt x="0" y="0"/>
                  </a:lnTo>
                  <a:lnTo>
                    <a:pt x="0" y="4638"/>
                  </a:lnTo>
                  <a:lnTo>
                    <a:pt x="8310972" y="4638"/>
                  </a:lnTo>
                  <a:lnTo>
                    <a:pt x="83109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3" name="object 539">
              <a:extLst>
                <a:ext uri="{FF2B5EF4-FFF2-40B4-BE49-F238E27FC236}">
                  <a16:creationId xmlns:a16="http://schemas.microsoft.com/office/drawing/2014/main" id="{D66BE643-529F-15A2-3E37-EEDB0A051574}"/>
                </a:ext>
              </a:extLst>
            </p:cNvPr>
            <p:cNvSpPr/>
            <p:nvPr/>
          </p:nvSpPr>
          <p:spPr>
            <a:xfrm>
              <a:off x="1168306" y="8984602"/>
              <a:ext cx="8306434" cy="0"/>
            </a:xfrm>
            <a:custGeom>
              <a:avLst/>
              <a:gdLst/>
              <a:ahLst/>
              <a:cxnLst/>
              <a:rect l="l" t="t" r="r" b="b"/>
              <a:pathLst>
                <a:path w="8306434">
                  <a:moveTo>
                    <a:pt x="0" y="0"/>
                  </a:moveTo>
                  <a:lnTo>
                    <a:pt x="8306343" y="0"/>
                  </a:lnTo>
                </a:path>
              </a:pathLst>
            </a:custGeom>
            <a:ln w="46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4" name="object 540">
              <a:extLst>
                <a:ext uri="{FF2B5EF4-FFF2-40B4-BE49-F238E27FC236}">
                  <a16:creationId xmlns:a16="http://schemas.microsoft.com/office/drawing/2014/main" id="{C0E2A5C5-8249-07C8-73AE-F3913CE3935D}"/>
                </a:ext>
              </a:extLst>
            </p:cNvPr>
            <p:cNvSpPr/>
            <p:nvPr/>
          </p:nvSpPr>
          <p:spPr>
            <a:xfrm>
              <a:off x="1165974" y="8982250"/>
              <a:ext cx="8311515" cy="5080"/>
            </a:xfrm>
            <a:custGeom>
              <a:avLst/>
              <a:gdLst/>
              <a:ahLst/>
              <a:cxnLst/>
              <a:rect l="l" t="t" r="r" b="b"/>
              <a:pathLst>
                <a:path w="8311515" h="5079">
                  <a:moveTo>
                    <a:pt x="8310972" y="0"/>
                  </a:moveTo>
                  <a:lnTo>
                    <a:pt x="0" y="0"/>
                  </a:lnTo>
                  <a:lnTo>
                    <a:pt x="0" y="4628"/>
                  </a:lnTo>
                  <a:lnTo>
                    <a:pt x="8310972" y="4628"/>
                  </a:lnTo>
                  <a:lnTo>
                    <a:pt x="83109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5" name="object 541">
              <a:extLst>
                <a:ext uri="{FF2B5EF4-FFF2-40B4-BE49-F238E27FC236}">
                  <a16:creationId xmlns:a16="http://schemas.microsoft.com/office/drawing/2014/main" id="{939C247E-D104-B530-11B7-19EE378B8DFD}"/>
                </a:ext>
              </a:extLst>
            </p:cNvPr>
            <p:cNvSpPr/>
            <p:nvPr/>
          </p:nvSpPr>
          <p:spPr>
            <a:xfrm>
              <a:off x="1168306" y="9202548"/>
              <a:ext cx="8306434" cy="0"/>
            </a:xfrm>
            <a:custGeom>
              <a:avLst/>
              <a:gdLst/>
              <a:ahLst/>
              <a:cxnLst/>
              <a:rect l="l" t="t" r="r" b="b"/>
              <a:pathLst>
                <a:path w="8306434">
                  <a:moveTo>
                    <a:pt x="0" y="0"/>
                  </a:moveTo>
                  <a:lnTo>
                    <a:pt x="8306343" y="0"/>
                  </a:lnTo>
                </a:path>
              </a:pathLst>
            </a:custGeom>
            <a:ln w="46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6" name="object 542">
              <a:extLst>
                <a:ext uri="{FF2B5EF4-FFF2-40B4-BE49-F238E27FC236}">
                  <a16:creationId xmlns:a16="http://schemas.microsoft.com/office/drawing/2014/main" id="{0E1D841F-B53F-0216-15EA-BB38A4514EFC}"/>
                </a:ext>
              </a:extLst>
            </p:cNvPr>
            <p:cNvSpPr/>
            <p:nvPr/>
          </p:nvSpPr>
          <p:spPr>
            <a:xfrm>
              <a:off x="1165974" y="9200264"/>
              <a:ext cx="8311515" cy="5080"/>
            </a:xfrm>
            <a:custGeom>
              <a:avLst/>
              <a:gdLst/>
              <a:ahLst/>
              <a:cxnLst/>
              <a:rect l="l" t="t" r="r" b="b"/>
              <a:pathLst>
                <a:path w="8311515" h="5079">
                  <a:moveTo>
                    <a:pt x="8310972" y="0"/>
                  </a:moveTo>
                  <a:lnTo>
                    <a:pt x="0" y="0"/>
                  </a:lnTo>
                  <a:lnTo>
                    <a:pt x="0" y="4638"/>
                  </a:lnTo>
                  <a:lnTo>
                    <a:pt x="8310972" y="4638"/>
                  </a:lnTo>
                  <a:lnTo>
                    <a:pt x="83109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7" name="object 543">
              <a:extLst>
                <a:ext uri="{FF2B5EF4-FFF2-40B4-BE49-F238E27FC236}">
                  <a16:creationId xmlns:a16="http://schemas.microsoft.com/office/drawing/2014/main" id="{46A8D1AF-791F-883A-437E-1B3351DC27A0}"/>
                </a:ext>
              </a:extLst>
            </p:cNvPr>
            <p:cNvSpPr/>
            <p:nvPr/>
          </p:nvSpPr>
          <p:spPr>
            <a:xfrm>
              <a:off x="1168306" y="9420565"/>
              <a:ext cx="8306434" cy="0"/>
            </a:xfrm>
            <a:custGeom>
              <a:avLst/>
              <a:gdLst/>
              <a:ahLst/>
              <a:cxnLst/>
              <a:rect l="l" t="t" r="r" b="b"/>
              <a:pathLst>
                <a:path w="8306434">
                  <a:moveTo>
                    <a:pt x="0" y="0"/>
                  </a:moveTo>
                  <a:lnTo>
                    <a:pt x="8306343" y="0"/>
                  </a:lnTo>
                </a:path>
              </a:pathLst>
            </a:custGeom>
            <a:ln w="46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8" name="object 544">
              <a:extLst>
                <a:ext uri="{FF2B5EF4-FFF2-40B4-BE49-F238E27FC236}">
                  <a16:creationId xmlns:a16="http://schemas.microsoft.com/office/drawing/2014/main" id="{1C322703-C3CD-80F2-59B2-A5EC87F126D7}"/>
                </a:ext>
              </a:extLst>
            </p:cNvPr>
            <p:cNvSpPr/>
            <p:nvPr/>
          </p:nvSpPr>
          <p:spPr>
            <a:xfrm>
              <a:off x="1165974" y="9418278"/>
              <a:ext cx="8311515" cy="5080"/>
            </a:xfrm>
            <a:custGeom>
              <a:avLst/>
              <a:gdLst/>
              <a:ahLst/>
              <a:cxnLst/>
              <a:rect l="l" t="t" r="r" b="b"/>
              <a:pathLst>
                <a:path w="8311515" h="5079">
                  <a:moveTo>
                    <a:pt x="8310972" y="0"/>
                  </a:moveTo>
                  <a:lnTo>
                    <a:pt x="0" y="0"/>
                  </a:lnTo>
                  <a:lnTo>
                    <a:pt x="0" y="4638"/>
                  </a:lnTo>
                  <a:lnTo>
                    <a:pt x="8310972" y="4638"/>
                  </a:lnTo>
                  <a:lnTo>
                    <a:pt x="83109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9" name="object 545">
              <a:extLst>
                <a:ext uri="{FF2B5EF4-FFF2-40B4-BE49-F238E27FC236}">
                  <a16:creationId xmlns:a16="http://schemas.microsoft.com/office/drawing/2014/main" id="{C5503A97-FEFC-7348-7CDE-749645CCD1DF}"/>
                </a:ext>
              </a:extLst>
            </p:cNvPr>
            <p:cNvSpPr/>
            <p:nvPr/>
          </p:nvSpPr>
          <p:spPr>
            <a:xfrm>
              <a:off x="1168306" y="9652611"/>
              <a:ext cx="8306434" cy="0"/>
            </a:xfrm>
            <a:custGeom>
              <a:avLst/>
              <a:gdLst/>
              <a:ahLst/>
              <a:cxnLst/>
              <a:rect l="l" t="t" r="r" b="b"/>
              <a:pathLst>
                <a:path w="8306434">
                  <a:moveTo>
                    <a:pt x="0" y="0"/>
                  </a:moveTo>
                  <a:lnTo>
                    <a:pt x="8306343" y="0"/>
                  </a:lnTo>
                </a:path>
              </a:pathLst>
            </a:custGeom>
            <a:ln w="46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0" name="object 546">
              <a:extLst>
                <a:ext uri="{FF2B5EF4-FFF2-40B4-BE49-F238E27FC236}">
                  <a16:creationId xmlns:a16="http://schemas.microsoft.com/office/drawing/2014/main" id="{8D6B8571-A98D-B31A-D397-FEB307215DD7}"/>
                </a:ext>
              </a:extLst>
            </p:cNvPr>
            <p:cNvSpPr/>
            <p:nvPr/>
          </p:nvSpPr>
          <p:spPr>
            <a:xfrm>
              <a:off x="1165974" y="9650324"/>
              <a:ext cx="8311515" cy="5080"/>
            </a:xfrm>
            <a:custGeom>
              <a:avLst/>
              <a:gdLst/>
              <a:ahLst/>
              <a:cxnLst/>
              <a:rect l="l" t="t" r="r" b="b"/>
              <a:pathLst>
                <a:path w="8311515" h="5079">
                  <a:moveTo>
                    <a:pt x="8310972" y="0"/>
                  </a:moveTo>
                  <a:lnTo>
                    <a:pt x="0" y="0"/>
                  </a:lnTo>
                  <a:lnTo>
                    <a:pt x="0" y="4638"/>
                  </a:lnTo>
                  <a:lnTo>
                    <a:pt x="8310972" y="4638"/>
                  </a:lnTo>
                  <a:lnTo>
                    <a:pt x="83109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1" name="object 547">
              <a:extLst>
                <a:ext uri="{FF2B5EF4-FFF2-40B4-BE49-F238E27FC236}">
                  <a16:creationId xmlns:a16="http://schemas.microsoft.com/office/drawing/2014/main" id="{FBB5D0A2-7334-A8CF-037D-2F40C91C4E3D}"/>
                </a:ext>
              </a:extLst>
            </p:cNvPr>
            <p:cNvSpPr/>
            <p:nvPr/>
          </p:nvSpPr>
          <p:spPr>
            <a:xfrm>
              <a:off x="1168306" y="10000523"/>
              <a:ext cx="8306434" cy="0"/>
            </a:xfrm>
            <a:custGeom>
              <a:avLst/>
              <a:gdLst/>
              <a:ahLst/>
              <a:cxnLst/>
              <a:rect l="l" t="t" r="r" b="b"/>
              <a:pathLst>
                <a:path w="8306434">
                  <a:moveTo>
                    <a:pt x="0" y="0"/>
                  </a:moveTo>
                  <a:lnTo>
                    <a:pt x="8306343" y="0"/>
                  </a:lnTo>
                </a:path>
              </a:pathLst>
            </a:custGeom>
            <a:ln w="46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2" name="object 548">
              <a:extLst>
                <a:ext uri="{FF2B5EF4-FFF2-40B4-BE49-F238E27FC236}">
                  <a16:creationId xmlns:a16="http://schemas.microsoft.com/office/drawing/2014/main" id="{2AF771BF-5616-DCA4-A499-D0AC4BD6C22D}"/>
                </a:ext>
              </a:extLst>
            </p:cNvPr>
            <p:cNvSpPr/>
            <p:nvPr/>
          </p:nvSpPr>
          <p:spPr>
            <a:xfrm>
              <a:off x="1165974" y="9998209"/>
              <a:ext cx="8311515" cy="5080"/>
            </a:xfrm>
            <a:custGeom>
              <a:avLst/>
              <a:gdLst/>
              <a:ahLst/>
              <a:cxnLst/>
              <a:rect l="l" t="t" r="r" b="b"/>
              <a:pathLst>
                <a:path w="8311515" h="5079">
                  <a:moveTo>
                    <a:pt x="8310972" y="0"/>
                  </a:moveTo>
                  <a:lnTo>
                    <a:pt x="0" y="0"/>
                  </a:lnTo>
                  <a:lnTo>
                    <a:pt x="0" y="4628"/>
                  </a:lnTo>
                  <a:lnTo>
                    <a:pt x="8310972" y="4628"/>
                  </a:lnTo>
                  <a:lnTo>
                    <a:pt x="83109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3" name="object 549">
              <a:extLst>
                <a:ext uri="{FF2B5EF4-FFF2-40B4-BE49-F238E27FC236}">
                  <a16:creationId xmlns:a16="http://schemas.microsoft.com/office/drawing/2014/main" id="{72BA3C20-8533-FB95-BA2C-7EE4EC91D491}"/>
                </a:ext>
              </a:extLst>
            </p:cNvPr>
            <p:cNvSpPr/>
            <p:nvPr/>
          </p:nvSpPr>
          <p:spPr>
            <a:xfrm>
              <a:off x="1168306" y="10232569"/>
              <a:ext cx="8306434" cy="0"/>
            </a:xfrm>
            <a:custGeom>
              <a:avLst/>
              <a:gdLst/>
              <a:ahLst/>
              <a:cxnLst/>
              <a:rect l="l" t="t" r="r" b="b"/>
              <a:pathLst>
                <a:path w="8306434">
                  <a:moveTo>
                    <a:pt x="0" y="0"/>
                  </a:moveTo>
                  <a:lnTo>
                    <a:pt x="8306343" y="0"/>
                  </a:lnTo>
                </a:path>
              </a:pathLst>
            </a:custGeom>
            <a:ln w="46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4" name="object 550">
              <a:extLst>
                <a:ext uri="{FF2B5EF4-FFF2-40B4-BE49-F238E27FC236}">
                  <a16:creationId xmlns:a16="http://schemas.microsoft.com/office/drawing/2014/main" id="{F79BB2DD-855B-EABF-4D90-506DD7DB9036}"/>
                </a:ext>
              </a:extLst>
            </p:cNvPr>
            <p:cNvSpPr/>
            <p:nvPr/>
          </p:nvSpPr>
          <p:spPr>
            <a:xfrm>
              <a:off x="1165974" y="7854829"/>
              <a:ext cx="8320405" cy="2380615"/>
            </a:xfrm>
            <a:custGeom>
              <a:avLst/>
              <a:gdLst/>
              <a:ahLst/>
              <a:cxnLst/>
              <a:rect l="l" t="t" r="r" b="b"/>
              <a:pathLst>
                <a:path w="8320405" h="2380615">
                  <a:moveTo>
                    <a:pt x="8320278" y="0"/>
                  </a:moveTo>
                  <a:lnTo>
                    <a:pt x="8310969" y="0"/>
                  </a:lnTo>
                  <a:lnTo>
                    <a:pt x="8310969" y="2375420"/>
                  </a:lnTo>
                  <a:lnTo>
                    <a:pt x="0" y="2375420"/>
                  </a:lnTo>
                  <a:lnTo>
                    <a:pt x="0" y="2380056"/>
                  </a:lnTo>
                  <a:lnTo>
                    <a:pt x="8310969" y="2380056"/>
                  </a:lnTo>
                  <a:lnTo>
                    <a:pt x="8320278" y="2380056"/>
                  </a:lnTo>
                  <a:lnTo>
                    <a:pt x="83202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5" name="object 551">
              <a:extLst>
                <a:ext uri="{FF2B5EF4-FFF2-40B4-BE49-F238E27FC236}">
                  <a16:creationId xmlns:a16="http://schemas.microsoft.com/office/drawing/2014/main" id="{30F4E258-3C65-73CF-B9E0-4AD24818FD05}"/>
                </a:ext>
              </a:extLst>
            </p:cNvPr>
            <p:cNvSpPr/>
            <p:nvPr/>
          </p:nvSpPr>
          <p:spPr>
            <a:xfrm>
              <a:off x="1168306" y="10418112"/>
              <a:ext cx="8315959" cy="0"/>
            </a:xfrm>
            <a:custGeom>
              <a:avLst/>
              <a:gdLst/>
              <a:ahLst/>
              <a:cxnLst/>
              <a:rect l="l" t="t" r="r" b="b"/>
              <a:pathLst>
                <a:path w="8315959">
                  <a:moveTo>
                    <a:pt x="0" y="0"/>
                  </a:moveTo>
                  <a:lnTo>
                    <a:pt x="8315652" y="0"/>
                  </a:lnTo>
                </a:path>
              </a:pathLst>
            </a:custGeom>
            <a:ln w="46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6" name="object 552">
              <a:extLst>
                <a:ext uri="{FF2B5EF4-FFF2-40B4-BE49-F238E27FC236}">
                  <a16:creationId xmlns:a16="http://schemas.microsoft.com/office/drawing/2014/main" id="{D47646B6-CA6E-7336-BE9B-472A729E7A9E}"/>
                </a:ext>
              </a:extLst>
            </p:cNvPr>
            <p:cNvSpPr/>
            <p:nvPr/>
          </p:nvSpPr>
          <p:spPr>
            <a:xfrm>
              <a:off x="1161313" y="5869158"/>
              <a:ext cx="8325484" cy="4551680"/>
            </a:xfrm>
            <a:custGeom>
              <a:avLst/>
              <a:gdLst/>
              <a:ahLst/>
              <a:cxnLst/>
              <a:rect l="l" t="t" r="r" b="b"/>
              <a:pathLst>
                <a:path w="8325484" h="4551680">
                  <a:moveTo>
                    <a:pt x="8324939" y="4546638"/>
                  </a:moveTo>
                  <a:lnTo>
                    <a:pt x="4660" y="4546638"/>
                  </a:lnTo>
                  <a:lnTo>
                    <a:pt x="4660" y="0"/>
                  </a:lnTo>
                  <a:lnTo>
                    <a:pt x="0" y="0"/>
                  </a:lnTo>
                  <a:lnTo>
                    <a:pt x="0" y="4551261"/>
                  </a:lnTo>
                  <a:lnTo>
                    <a:pt x="4660" y="4551261"/>
                  </a:lnTo>
                  <a:lnTo>
                    <a:pt x="8324939" y="4551261"/>
                  </a:lnTo>
                  <a:lnTo>
                    <a:pt x="8324939" y="454663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7" name="object 553">
              <a:extLst>
                <a:ext uri="{FF2B5EF4-FFF2-40B4-BE49-F238E27FC236}">
                  <a16:creationId xmlns:a16="http://schemas.microsoft.com/office/drawing/2014/main" id="{2BDDEEC1-8CDB-F974-9414-56ADF616309F}"/>
                </a:ext>
              </a:extLst>
            </p:cNvPr>
            <p:cNvSpPr/>
            <p:nvPr/>
          </p:nvSpPr>
          <p:spPr>
            <a:xfrm>
              <a:off x="1740983" y="5871446"/>
              <a:ext cx="0" cy="4551680"/>
            </a:xfrm>
            <a:custGeom>
              <a:avLst/>
              <a:gdLst/>
              <a:ahLst/>
              <a:cxnLst/>
              <a:rect l="l" t="t" r="r" b="b"/>
              <a:pathLst>
                <a:path h="4551680">
                  <a:moveTo>
                    <a:pt x="0" y="0"/>
                  </a:moveTo>
                  <a:lnTo>
                    <a:pt x="0" y="4551295"/>
                  </a:lnTo>
                </a:path>
              </a:pathLst>
            </a:custGeom>
            <a:ln w="46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8" name="object 554">
              <a:extLst>
                <a:ext uri="{FF2B5EF4-FFF2-40B4-BE49-F238E27FC236}">
                  <a16:creationId xmlns:a16="http://schemas.microsoft.com/office/drawing/2014/main" id="{D80DD439-8E7F-48AB-BE02-C6D84BAFD250}"/>
                </a:ext>
              </a:extLst>
            </p:cNvPr>
            <p:cNvSpPr/>
            <p:nvPr/>
          </p:nvSpPr>
          <p:spPr>
            <a:xfrm>
              <a:off x="1738659" y="5869151"/>
              <a:ext cx="5080" cy="4551680"/>
            </a:xfrm>
            <a:custGeom>
              <a:avLst/>
              <a:gdLst/>
              <a:ahLst/>
              <a:cxnLst/>
              <a:rect l="l" t="t" r="r" b="b"/>
              <a:pathLst>
                <a:path w="5080" h="4551680">
                  <a:moveTo>
                    <a:pt x="4649" y="0"/>
                  </a:moveTo>
                  <a:lnTo>
                    <a:pt x="0" y="0"/>
                  </a:lnTo>
                  <a:lnTo>
                    <a:pt x="0" y="4551264"/>
                  </a:lnTo>
                  <a:lnTo>
                    <a:pt x="4649" y="4551264"/>
                  </a:lnTo>
                  <a:lnTo>
                    <a:pt x="46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9" name="object 555">
              <a:extLst>
                <a:ext uri="{FF2B5EF4-FFF2-40B4-BE49-F238E27FC236}">
                  <a16:creationId xmlns:a16="http://schemas.microsoft.com/office/drawing/2014/main" id="{A33CCE84-6949-EBAB-EEFE-7C8206399963}"/>
                </a:ext>
              </a:extLst>
            </p:cNvPr>
            <p:cNvSpPr/>
            <p:nvPr/>
          </p:nvSpPr>
          <p:spPr>
            <a:xfrm>
              <a:off x="4823238" y="5871446"/>
              <a:ext cx="0" cy="4551680"/>
            </a:xfrm>
            <a:custGeom>
              <a:avLst/>
              <a:gdLst/>
              <a:ahLst/>
              <a:cxnLst/>
              <a:rect l="l" t="t" r="r" b="b"/>
              <a:pathLst>
                <a:path h="4551680">
                  <a:moveTo>
                    <a:pt x="0" y="0"/>
                  </a:moveTo>
                  <a:lnTo>
                    <a:pt x="0" y="4551295"/>
                  </a:lnTo>
                </a:path>
              </a:pathLst>
            </a:custGeom>
            <a:ln w="46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0" name="object 556">
              <a:extLst>
                <a:ext uri="{FF2B5EF4-FFF2-40B4-BE49-F238E27FC236}">
                  <a16:creationId xmlns:a16="http://schemas.microsoft.com/office/drawing/2014/main" id="{4D1D9CFE-A134-DA54-C8E3-312317BD07D3}"/>
                </a:ext>
              </a:extLst>
            </p:cNvPr>
            <p:cNvSpPr/>
            <p:nvPr/>
          </p:nvSpPr>
          <p:spPr>
            <a:xfrm>
              <a:off x="4820942" y="5869151"/>
              <a:ext cx="5080" cy="4551680"/>
            </a:xfrm>
            <a:custGeom>
              <a:avLst/>
              <a:gdLst/>
              <a:ahLst/>
              <a:cxnLst/>
              <a:rect l="l" t="t" r="r" b="b"/>
              <a:pathLst>
                <a:path w="5079" h="4551680">
                  <a:moveTo>
                    <a:pt x="4659" y="0"/>
                  </a:moveTo>
                  <a:lnTo>
                    <a:pt x="0" y="0"/>
                  </a:lnTo>
                  <a:lnTo>
                    <a:pt x="0" y="4551264"/>
                  </a:lnTo>
                  <a:lnTo>
                    <a:pt x="4659" y="4551264"/>
                  </a:lnTo>
                  <a:lnTo>
                    <a:pt x="46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1" name="object 557">
              <a:extLst>
                <a:ext uri="{FF2B5EF4-FFF2-40B4-BE49-F238E27FC236}">
                  <a16:creationId xmlns:a16="http://schemas.microsoft.com/office/drawing/2014/main" id="{F2C8D17E-23A1-201C-718C-DA6E1BEFFE0C}"/>
                </a:ext>
              </a:extLst>
            </p:cNvPr>
            <p:cNvSpPr/>
            <p:nvPr/>
          </p:nvSpPr>
          <p:spPr>
            <a:xfrm>
              <a:off x="5121239" y="5871446"/>
              <a:ext cx="0" cy="4551680"/>
            </a:xfrm>
            <a:custGeom>
              <a:avLst/>
              <a:gdLst/>
              <a:ahLst/>
              <a:cxnLst/>
              <a:rect l="l" t="t" r="r" b="b"/>
              <a:pathLst>
                <a:path h="4551680">
                  <a:moveTo>
                    <a:pt x="0" y="0"/>
                  </a:moveTo>
                  <a:lnTo>
                    <a:pt x="0" y="4551295"/>
                  </a:lnTo>
                </a:path>
              </a:pathLst>
            </a:custGeom>
            <a:ln w="46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2" name="object 558">
              <a:extLst>
                <a:ext uri="{FF2B5EF4-FFF2-40B4-BE49-F238E27FC236}">
                  <a16:creationId xmlns:a16="http://schemas.microsoft.com/office/drawing/2014/main" id="{189F7896-FDC1-B5F0-11E5-8D91766A9789}"/>
                </a:ext>
              </a:extLst>
            </p:cNvPr>
            <p:cNvSpPr/>
            <p:nvPr/>
          </p:nvSpPr>
          <p:spPr>
            <a:xfrm>
              <a:off x="5118880" y="5869151"/>
              <a:ext cx="5080" cy="4551680"/>
            </a:xfrm>
            <a:custGeom>
              <a:avLst/>
              <a:gdLst/>
              <a:ahLst/>
              <a:cxnLst/>
              <a:rect l="l" t="t" r="r" b="b"/>
              <a:pathLst>
                <a:path w="5079" h="4551680">
                  <a:moveTo>
                    <a:pt x="4659" y="0"/>
                  </a:moveTo>
                  <a:lnTo>
                    <a:pt x="0" y="0"/>
                  </a:lnTo>
                  <a:lnTo>
                    <a:pt x="0" y="4551264"/>
                  </a:lnTo>
                  <a:lnTo>
                    <a:pt x="4659" y="4551264"/>
                  </a:lnTo>
                  <a:lnTo>
                    <a:pt x="46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3" name="object 559">
              <a:extLst>
                <a:ext uri="{FF2B5EF4-FFF2-40B4-BE49-F238E27FC236}">
                  <a16:creationId xmlns:a16="http://schemas.microsoft.com/office/drawing/2014/main" id="{4DBCC44C-979F-07A4-A3E9-FB7563ECC1E6}"/>
                </a:ext>
              </a:extLst>
            </p:cNvPr>
            <p:cNvSpPr/>
            <p:nvPr/>
          </p:nvSpPr>
          <p:spPr>
            <a:xfrm>
              <a:off x="5600850" y="5871446"/>
              <a:ext cx="0" cy="4551680"/>
            </a:xfrm>
            <a:custGeom>
              <a:avLst/>
              <a:gdLst/>
              <a:ahLst/>
              <a:cxnLst/>
              <a:rect l="l" t="t" r="r" b="b"/>
              <a:pathLst>
                <a:path h="4551680">
                  <a:moveTo>
                    <a:pt x="0" y="0"/>
                  </a:moveTo>
                  <a:lnTo>
                    <a:pt x="0" y="4551295"/>
                  </a:lnTo>
                </a:path>
              </a:pathLst>
            </a:custGeom>
            <a:ln w="46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4" name="object 560">
              <a:extLst>
                <a:ext uri="{FF2B5EF4-FFF2-40B4-BE49-F238E27FC236}">
                  <a16:creationId xmlns:a16="http://schemas.microsoft.com/office/drawing/2014/main" id="{4959121C-642C-2CB3-449E-CC1361D2446B}"/>
                </a:ext>
              </a:extLst>
            </p:cNvPr>
            <p:cNvSpPr/>
            <p:nvPr/>
          </p:nvSpPr>
          <p:spPr>
            <a:xfrm>
              <a:off x="5598489" y="5869151"/>
              <a:ext cx="5080" cy="4551680"/>
            </a:xfrm>
            <a:custGeom>
              <a:avLst/>
              <a:gdLst/>
              <a:ahLst/>
              <a:cxnLst/>
              <a:rect l="l" t="t" r="r" b="b"/>
              <a:pathLst>
                <a:path w="5079" h="4551680">
                  <a:moveTo>
                    <a:pt x="4659" y="0"/>
                  </a:moveTo>
                  <a:lnTo>
                    <a:pt x="0" y="0"/>
                  </a:lnTo>
                  <a:lnTo>
                    <a:pt x="0" y="4551264"/>
                  </a:lnTo>
                  <a:lnTo>
                    <a:pt x="4659" y="4551264"/>
                  </a:lnTo>
                  <a:lnTo>
                    <a:pt x="46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5" name="object 561">
              <a:extLst>
                <a:ext uri="{FF2B5EF4-FFF2-40B4-BE49-F238E27FC236}">
                  <a16:creationId xmlns:a16="http://schemas.microsoft.com/office/drawing/2014/main" id="{DDA44AA1-6330-9924-4569-D8E0152609A6}"/>
                </a:ext>
              </a:extLst>
            </p:cNvPr>
            <p:cNvSpPr/>
            <p:nvPr/>
          </p:nvSpPr>
          <p:spPr>
            <a:xfrm>
              <a:off x="6210758" y="5871446"/>
              <a:ext cx="0" cy="4551680"/>
            </a:xfrm>
            <a:custGeom>
              <a:avLst/>
              <a:gdLst/>
              <a:ahLst/>
              <a:cxnLst/>
              <a:rect l="l" t="t" r="r" b="b"/>
              <a:pathLst>
                <a:path h="4551680">
                  <a:moveTo>
                    <a:pt x="0" y="0"/>
                  </a:moveTo>
                  <a:lnTo>
                    <a:pt x="0" y="4551295"/>
                  </a:lnTo>
                </a:path>
              </a:pathLst>
            </a:custGeom>
            <a:ln w="46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6" name="object 562">
              <a:extLst>
                <a:ext uri="{FF2B5EF4-FFF2-40B4-BE49-F238E27FC236}">
                  <a16:creationId xmlns:a16="http://schemas.microsoft.com/office/drawing/2014/main" id="{A558DA63-F57F-F1E8-1DC4-365CB8085E15}"/>
                </a:ext>
              </a:extLst>
            </p:cNvPr>
            <p:cNvSpPr/>
            <p:nvPr/>
          </p:nvSpPr>
          <p:spPr>
            <a:xfrm>
              <a:off x="6208397" y="5869151"/>
              <a:ext cx="5080" cy="4551680"/>
            </a:xfrm>
            <a:custGeom>
              <a:avLst/>
              <a:gdLst/>
              <a:ahLst/>
              <a:cxnLst/>
              <a:rect l="l" t="t" r="r" b="b"/>
              <a:pathLst>
                <a:path w="5079" h="4551680">
                  <a:moveTo>
                    <a:pt x="4659" y="0"/>
                  </a:moveTo>
                  <a:lnTo>
                    <a:pt x="0" y="0"/>
                  </a:lnTo>
                  <a:lnTo>
                    <a:pt x="0" y="4551264"/>
                  </a:lnTo>
                  <a:lnTo>
                    <a:pt x="4659" y="4551264"/>
                  </a:lnTo>
                  <a:lnTo>
                    <a:pt x="46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7" name="object 563">
              <a:extLst>
                <a:ext uri="{FF2B5EF4-FFF2-40B4-BE49-F238E27FC236}">
                  <a16:creationId xmlns:a16="http://schemas.microsoft.com/office/drawing/2014/main" id="{CA3089EF-3590-4B4C-919B-DADE47C71046}"/>
                </a:ext>
              </a:extLst>
            </p:cNvPr>
            <p:cNvSpPr/>
            <p:nvPr/>
          </p:nvSpPr>
          <p:spPr>
            <a:xfrm>
              <a:off x="6876626" y="5871446"/>
              <a:ext cx="0" cy="4551680"/>
            </a:xfrm>
            <a:custGeom>
              <a:avLst/>
              <a:gdLst/>
              <a:ahLst/>
              <a:cxnLst/>
              <a:rect l="l" t="t" r="r" b="b"/>
              <a:pathLst>
                <a:path h="4551680">
                  <a:moveTo>
                    <a:pt x="0" y="0"/>
                  </a:moveTo>
                  <a:lnTo>
                    <a:pt x="0" y="4551295"/>
                  </a:lnTo>
                </a:path>
              </a:pathLst>
            </a:custGeom>
            <a:ln w="46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8" name="object 564">
              <a:extLst>
                <a:ext uri="{FF2B5EF4-FFF2-40B4-BE49-F238E27FC236}">
                  <a16:creationId xmlns:a16="http://schemas.microsoft.com/office/drawing/2014/main" id="{08282342-F803-90B4-FE9E-165E022AE650}"/>
                </a:ext>
              </a:extLst>
            </p:cNvPr>
            <p:cNvSpPr/>
            <p:nvPr/>
          </p:nvSpPr>
          <p:spPr>
            <a:xfrm>
              <a:off x="6874324" y="5869151"/>
              <a:ext cx="5080" cy="4551680"/>
            </a:xfrm>
            <a:custGeom>
              <a:avLst/>
              <a:gdLst/>
              <a:ahLst/>
              <a:cxnLst/>
              <a:rect l="l" t="t" r="r" b="b"/>
              <a:pathLst>
                <a:path w="5079" h="4551680">
                  <a:moveTo>
                    <a:pt x="4659" y="0"/>
                  </a:moveTo>
                  <a:lnTo>
                    <a:pt x="0" y="0"/>
                  </a:lnTo>
                  <a:lnTo>
                    <a:pt x="0" y="4551264"/>
                  </a:lnTo>
                  <a:lnTo>
                    <a:pt x="4659" y="4551264"/>
                  </a:lnTo>
                  <a:lnTo>
                    <a:pt x="46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9" name="object 565">
              <a:extLst>
                <a:ext uri="{FF2B5EF4-FFF2-40B4-BE49-F238E27FC236}">
                  <a16:creationId xmlns:a16="http://schemas.microsoft.com/office/drawing/2014/main" id="{8581C3E7-8667-CBAF-2251-E473433C7557}"/>
                </a:ext>
              </a:extLst>
            </p:cNvPr>
            <p:cNvSpPr/>
            <p:nvPr/>
          </p:nvSpPr>
          <p:spPr>
            <a:xfrm>
              <a:off x="7472571" y="5871446"/>
              <a:ext cx="0" cy="4551680"/>
            </a:xfrm>
            <a:custGeom>
              <a:avLst/>
              <a:gdLst/>
              <a:ahLst/>
              <a:cxnLst/>
              <a:rect l="l" t="t" r="r" b="b"/>
              <a:pathLst>
                <a:path h="4551680">
                  <a:moveTo>
                    <a:pt x="0" y="0"/>
                  </a:moveTo>
                  <a:lnTo>
                    <a:pt x="0" y="4551295"/>
                  </a:lnTo>
                </a:path>
              </a:pathLst>
            </a:custGeom>
            <a:ln w="46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0" name="object 566">
              <a:extLst>
                <a:ext uri="{FF2B5EF4-FFF2-40B4-BE49-F238E27FC236}">
                  <a16:creationId xmlns:a16="http://schemas.microsoft.com/office/drawing/2014/main" id="{920CFC54-6C5A-E7CE-6201-88326336E87C}"/>
                </a:ext>
              </a:extLst>
            </p:cNvPr>
            <p:cNvSpPr/>
            <p:nvPr/>
          </p:nvSpPr>
          <p:spPr>
            <a:xfrm>
              <a:off x="7470275" y="5869151"/>
              <a:ext cx="5080" cy="4551680"/>
            </a:xfrm>
            <a:custGeom>
              <a:avLst/>
              <a:gdLst/>
              <a:ahLst/>
              <a:cxnLst/>
              <a:rect l="l" t="t" r="r" b="b"/>
              <a:pathLst>
                <a:path w="5079" h="4551680">
                  <a:moveTo>
                    <a:pt x="4659" y="0"/>
                  </a:moveTo>
                  <a:lnTo>
                    <a:pt x="0" y="0"/>
                  </a:lnTo>
                  <a:lnTo>
                    <a:pt x="0" y="4551264"/>
                  </a:lnTo>
                  <a:lnTo>
                    <a:pt x="4659" y="4551264"/>
                  </a:lnTo>
                  <a:lnTo>
                    <a:pt x="46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1" name="object 567">
              <a:extLst>
                <a:ext uri="{FF2B5EF4-FFF2-40B4-BE49-F238E27FC236}">
                  <a16:creationId xmlns:a16="http://schemas.microsoft.com/office/drawing/2014/main" id="{5D45C92E-2049-1B78-AA1D-808ABB1D96A9}"/>
                </a:ext>
              </a:extLst>
            </p:cNvPr>
            <p:cNvSpPr/>
            <p:nvPr/>
          </p:nvSpPr>
          <p:spPr>
            <a:xfrm>
              <a:off x="8147627" y="5871446"/>
              <a:ext cx="0" cy="4551680"/>
            </a:xfrm>
            <a:custGeom>
              <a:avLst/>
              <a:gdLst/>
              <a:ahLst/>
              <a:cxnLst/>
              <a:rect l="l" t="t" r="r" b="b"/>
              <a:pathLst>
                <a:path h="4551680">
                  <a:moveTo>
                    <a:pt x="0" y="0"/>
                  </a:moveTo>
                  <a:lnTo>
                    <a:pt x="0" y="4551295"/>
                  </a:lnTo>
                </a:path>
              </a:pathLst>
            </a:custGeom>
            <a:ln w="46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2" name="object 568">
              <a:extLst>
                <a:ext uri="{FF2B5EF4-FFF2-40B4-BE49-F238E27FC236}">
                  <a16:creationId xmlns:a16="http://schemas.microsoft.com/office/drawing/2014/main" id="{D6276D61-803E-4E8A-7CE0-98D4D7416A91}"/>
                </a:ext>
              </a:extLst>
            </p:cNvPr>
            <p:cNvSpPr/>
            <p:nvPr/>
          </p:nvSpPr>
          <p:spPr>
            <a:xfrm>
              <a:off x="8145322" y="5869151"/>
              <a:ext cx="5080" cy="4551680"/>
            </a:xfrm>
            <a:custGeom>
              <a:avLst/>
              <a:gdLst/>
              <a:ahLst/>
              <a:cxnLst/>
              <a:rect l="l" t="t" r="r" b="b"/>
              <a:pathLst>
                <a:path w="5079" h="4551680">
                  <a:moveTo>
                    <a:pt x="4659" y="0"/>
                  </a:moveTo>
                  <a:lnTo>
                    <a:pt x="0" y="0"/>
                  </a:lnTo>
                  <a:lnTo>
                    <a:pt x="0" y="4551264"/>
                  </a:lnTo>
                  <a:lnTo>
                    <a:pt x="4659" y="4551264"/>
                  </a:lnTo>
                  <a:lnTo>
                    <a:pt x="46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3" name="object 569">
              <a:extLst>
                <a:ext uri="{FF2B5EF4-FFF2-40B4-BE49-F238E27FC236}">
                  <a16:creationId xmlns:a16="http://schemas.microsoft.com/office/drawing/2014/main" id="{D42EA1E9-1DAB-6DF3-2D96-0E44FC6A2FA2}"/>
                </a:ext>
              </a:extLst>
            </p:cNvPr>
            <p:cNvSpPr/>
            <p:nvPr/>
          </p:nvSpPr>
          <p:spPr>
            <a:xfrm>
              <a:off x="8813556" y="5871446"/>
              <a:ext cx="0" cy="4551680"/>
            </a:xfrm>
            <a:custGeom>
              <a:avLst/>
              <a:gdLst/>
              <a:ahLst/>
              <a:cxnLst/>
              <a:rect l="l" t="t" r="r" b="b"/>
              <a:pathLst>
                <a:path h="4551680">
                  <a:moveTo>
                    <a:pt x="0" y="0"/>
                  </a:moveTo>
                  <a:lnTo>
                    <a:pt x="0" y="4551295"/>
                  </a:lnTo>
                </a:path>
              </a:pathLst>
            </a:custGeom>
            <a:ln w="46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4" name="object 570">
              <a:extLst>
                <a:ext uri="{FF2B5EF4-FFF2-40B4-BE49-F238E27FC236}">
                  <a16:creationId xmlns:a16="http://schemas.microsoft.com/office/drawing/2014/main" id="{05E3E467-94A1-24B4-EF12-2AE5F4686B72}"/>
                </a:ext>
              </a:extLst>
            </p:cNvPr>
            <p:cNvSpPr/>
            <p:nvPr/>
          </p:nvSpPr>
          <p:spPr>
            <a:xfrm>
              <a:off x="8811198" y="5869151"/>
              <a:ext cx="5080" cy="4551680"/>
            </a:xfrm>
            <a:custGeom>
              <a:avLst/>
              <a:gdLst/>
              <a:ahLst/>
              <a:cxnLst/>
              <a:rect l="l" t="t" r="r" b="b"/>
              <a:pathLst>
                <a:path w="5079" h="4551680">
                  <a:moveTo>
                    <a:pt x="4649" y="0"/>
                  </a:moveTo>
                  <a:lnTo>
                    <a:pt x="0" y="0"/>
                  </a:lnTo>
                  <a:lnTo>
                    <a:pt x="0" y="4551264"/>
                  </a:lnTo>
                  <a:lnTo>
                    <a:pt x="4649" y="4551264"/>
                  </a:lnTo>
                  <a:lnTo>
                    <a:pt x="46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5" name="object 571">
              <a:extLst>
                <a:ext uri="{FF2B5EF4-FFF2-40B4-BE49-F238E27FC236}">
                  <a16:creationId xmlns:a16="http://schemas.microsoft.com/office/drawing/2014/main" id="{BBB674BB-D3AD-550F-A5E7-CDE5B816E334}"/>
                </a:ext>
              </a:extLst>
            </p:cNvPr>
            <p:cNvSpPr/>
            <p:nvPr/>
          </p:nvSpPr>
          <p:spPr>
            <a:xfrm>
              <a:off x="9483958" y="10237202"/>
              <a:ext cx="0" cy="186055"/>
            </a:xfrm>
            <a:custGeom>
              <a:avLst/>
              <a:gdLst/>
              <a:ahLst/>
              <a:cxnLst/>
              <a:rect l="l" t="t" r="r" b="b"/>
              <a:pathLst>
                <a:path h="186054">
                  <a:moveTo>
                    <a:pt x="0" y="0"/>
                  </a:moveTo>
                  <a:lnTo>
                    <a:pt x="0" y="185544"/>
                  </a:lnTo>
                </a:path>
              </a:pathLst>
            </a:custGeom>
            <a:ln w="46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6" name="object 572">
              <a:extLst>
                <a:ext uri="{FF2B5EF4-FFF2-40B4-BE49-F238E27FC236}">
                  <a16:creationId xmlns:a16="http://schemas.microsoft.com/office/drawing/2014/main" id="{A6A71190-FBA7-B395-9031-2B8DD4D66BA5}"/>
                </a:ext>
              </a:extLst>
            </p:cNvPr>
            <p:cNvSpPr/>
            <p:nvPr/>
          </p:nvSpPr>
          <p:spPr>
            <a:xfrm>
              <a:off x="9481606" y="10234882"/>
              <a:ext cx="5080" cy="186055"/>
            </a:xfrm>
            <a:custGeom>
              <a:avLst/>
              <a:gdLst/>
              <a:ahLst/>
              <a:cxnLst/>
              <a:rect l="l" t="t" r="r" b="b"/>
              <a:pathLst>
                <a:path w="5079" h="186054">
                  <a:moveTo>
                    <a:pt x="4659" y="0"/>
                  </a:moveTo>
                  <a:lnTo>
                    <a:pt x="0" y="0"/>
                  </a:lnTo>
                  <a:lnTo>
                    <a:pt x="0" y="185533"/>
                  </a:lnTo>
                  <a:lnTo>
                    <a:pt x="4659" y="185533"/>
                  </a:lnTo>
                  <a:lnTo>
                    <a:pt x="465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7" name="object 573">
              <a:extLst>
                <a:ext uri="{FF2B5EF4-FFF2-40B4-BE49-F238E27FC236}">
                  <a16:creationId xmlns:a16="http://schemas.microsoft.com/office/drawing/2014/main" id="{F031FA7E-3492-B23B-34D2-230050486710}"/>
                </a:ext>
              </a:extLst>
            </p:cNvPr>
            <p:cNvSpPr/>
            <p:nvPr/>
          </p:nvSpPr>
          <p:spPr>
            <a:xfrm>
              <a:off x="9488610" y="5871446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464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8" name="object 574">
              <a:extLst>
                <a:ext uri="{FF2B5EF4-FFF2-40B4-BE49-F238E27FC236}">
                  <a16:creationId xmlns:a16="http://schemas.microsoft.com/office/drawing/2014/main" id="{70C660D2-4D71-C762-9914-6735BE79CDD8}"/>
                </a:ext>
              </a:extLst>
            </p:cNvPr>
            <p:cNvSpPr/>
            <p:nvPr/>
          </p:nvSpPr>
          <p:spPr>
            <a:xfrm>
              <a:off x="9488610" y="605701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464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9" name="object 575">
              <a:extLst>
                <a:ext uri="{FF2B5EF4-FFF2-40B4-BE49-F238E27FC236}">
                  <a16:creationId xmlns:a16="http://schemas.microsoft.com/office/drawing/2014/main" id="{21FD827A-08E3-5F8B-91E1-6E3E707B38A8}"/>
                </a:ext>
              </a:extLst>
            </p:cNvPr>
            <p:cNvSpPr/>
            <p:nvPr/>
          </p:nvSpPr>
          <p:spPr>
            <a:xfrm>
              <a:off x="9488610" y="631686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464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0" name="object 576">
              <a:extLst>
                <a:ext uri="{FF2B5EF4-FFF2-40B4-BE49-F238E27FC236}">
                  <a16:creationId xmlns:a16="http://schemas.microsoft.com/office/drawing/2014/main" id="{FE63FCF9-D68B-BC41-AD40-C3980DCD1747}"/>
                </a:ext>
              </a:extLst>
            </p:cNvPr>
            <p:cNvSpPr/>
            <p:nvPr/>
          </p:nvSpPr>
          <p:spPr>
            <a:xfrm>
              <a:off x="9488610" y="657671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464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1" name="object 577">
              <a:extLst>
                <a:ext uri="{FF2B5EF4-FFF2-40B4-BE49-F238E27FC236}">
                  <a16:creationId xmlns:a16="http://schemas.microsoft.com/office/drawing/2014/main" id="{E0AF36FC-EF94-A5CB-AD10-5415C3C48B73}"/>
                </a:ext>
              </a:extLst>
            </p:cNvPr>
            <p:cNvSpPr/>
            <p:nvPr/>
          </p:nvSpPr>
          <p:spPr>
            <a:xfrm>
              <a:off x="9488610" y="683644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464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2" name="object 578">
              <a:extLst>
                <a:ext uri="{FF2B5EF4-FFF2-40B4-BE49-F238E27FC236}">
                  <a16:creationId xmlns:a16="http://schemas.microsoft.com/office/drawing/2014/main" id="{0707F505-23E7-DF57-43FF-A32BD95F4ED2}"/>
                </a:ext>
              </a:extLst>
            </p:cNvPr>
            <p:cNvSpPr/>
            <p:nvPr/>
          </p:nvSpPr>
          <p:spPr>
            <a:xfrm>
              <a:off x="9488610" y="7300354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464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3" name="object 579">
              <a:extLst>
                <a:ext uri="{FF2B5EF4-FFF2-40B4-BE49-F238E27FC236}">
                  <a16:creationId xmlns:a16="http://schemas.microsoft.com/office/drawing/2014/main" id="{881B31D5-BEB4-24A1-7814-9C17D718AFA2}"/>
                </a:ext>
              </a:extLst>
            </p:cNvPr>
            <p:cNvSpPr/>
            <p:nvPr/>
          </p:nvSpPr>
          <p:spPr>
            <a:xfrm>
              <a:off x="9488610" y="748604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464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4" name="object 580">
              <a:extLst>
                <a:ext uri="{FF2B5EF4-FFF2-40B4-BE49-F238E27FC236}">
                  <a16:creationId xmlns:a16="http://schemas.microsoft.com/office/drawing/2014/main" id="{A1188136-E65A-3FAC-B5EC-2C6104FD4DC4}"/>
                </a:ext>
              </a:extLst>
            </p:cNvPr>
            <p:cNvSpPr/>
            <p:nvPr/>
          </p:nvSpPr>
          <p:spPr>
            <a:xfrm>
              <a:off x="9488610" y="7671620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464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5" name="object 581">
              <a:extLst>
                <a:ext uri="{FF2B5EF4-FFF2-40B4-BE49-F238E27FC236}">
                  <a16:creationId xmlns:a16="http://schemas.microsoft.com/office/drawing/2014/main" id="{78CCEA6F-98FE-EE88-21EB-E1328DF68289}"/>
                </a:ext>
              </a:extLst>
            </p:cNvPr>
            <p:cNvSpPr/>
            <p:nvPr/>
          </p:nvSpPr>
          <p:spPr>
            <a:xfrm>
              <a:off x="9488610" y="785713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464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6" name="object 582">
              <a:extLst>
                <a:ext uri="{FF2B5EF4-FFF2-40B4-BE49-F238E27FC236}">
                  <a16:creationId xmlns:a16="http://schemas.microsoft.com/office/drawing/2014/main" id="{118F80E1-813A-705E-E349-17881CAC8E71}"/>
                </a:ext>
              </a:extLst>
            </p:cNvPr>
            <p:cNvSpPr/>
            <p:nvPr/>
          </p:nvSpPr>
          <p:spPr>
            <a:xfrm>
              <a:off x="9488610" y="8089177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464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7" name="object 583">
              <a:extLst>
                <a:ext uri="{FF2B5EF4-FFF2-40B4-BE49-F238E27FC236}">
                  <a16:creationId xmlns:a16="http://schemas.microsoft.com/office/drawing/2014/main" id="{BC01BB95-9F31-BA9D-A238-5738D39175DC}"/>
                </a:ext>
              </a:extLst>
            </p:cNvPr>
            <p:cNvSpPr/>
            <p:nvPr/>
          </p:nvSpPr>
          <p:spPr>
            <a:xfrm>
              <a:off x="9488610" y="827468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464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8" name="object 584">
              <a:extLst>
                <a:ext uri="{FF2B5EF4-FFF2-40B4-BE49-F238E27FC236}">
                  <a16:creationId xmlns:a16="http://schemas.microsoft.com/office/drawing/2014/main" id="{D6F2161A-CD18-E2A4-F6C6-A1254AC0DA64}"/>
                </a:ext>
              </a:extLst>
            </p:cNvPr>
            <p:cNvSpPr/>
            <p:nvPr/>
          </p:nvSpPr>
          <p:spPr>
            <a:xfrm>
              <a:off x="9488610" y="853459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464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9" name="object 585">
              <a:extLst>
                <a:ext uri="{FF2B5EF4-FFF2-40B4-BE49-F238E27FC236}">
                  <a16:creationId xmlns:a16="http://schemas.microsoft.com/office/drawing/2014/main" id="{CBE7ACE4-3B23-030F-9025-165C285A3256}"/>
                </a:ext>
              </a:extLst>
            </p:cNvPr>
            <p:cNvSpPr/>
            <p:nvPr/>
          </p:nvSpPr>
          <p:spPr>
            <a:xfrm>
              <a:off x="9488610" y="876646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464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0" name="object 586">
              <a:extLst>
                <a:ext uri="{FF2B5EF4-FFF2-40B4-BE49-F238E27FC236}">
                  <a16:creationId xmlns:a16="http://schemas.microsoft.com/office/drawing/2014/main" id="{ABB5461B-7713-23F4-0348-2232F9E63B01}"/>
                </a:ext>
              </a:extLst>
            </p:cNvPr>
            <p:cNvSpPr/>
            <p:nvPr/>
          </p:nvSpPr>
          <p:spPr>
            <a:xfrm>
              <a:off x="9488610" y="898460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464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1" name="object 587">
              <a:extLst>
                <a:ext uri="{FF2B5EF4-FFF2-40B4-BE49-F238E27FC236}">
                  <a16:creationId xmlns:a16="http://schemas.microsoft.com/office/drawing/2014/main" id="{F34B97FC-2B2A-C77D-6109-9DDADEDAC03B}"/>
                </a:ext>
              </a:extLst>
            </p:cNvPr>
            <p:cNvSpPr/>
            <p:nvPr/>
          </p:nvSpPr>
          <p:spPr>
            <a:xfrm>
              <a:off x="9488610" y="9202548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464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2" name="object 588">
              <a:extLst>
                <a:ext uri="{FF2B5EF4-FFF2-40B4-BE49-F238E27FC236}">
                  <a16:creationId xmlns:a16="http://schemas.microsoft.com/office/drawing/2014/main" id="{83295A0D-A920-E32D-A3A1-5B41BE1CD6FE}"/>
                </a:ext>
              </a:extLst>
            </p:cNvPr>
            <p:cNvSpPr/>
            <p:nvPr/>
          </p:nvSpPr>
          <p:spPr>
            <a:xfrm>
              <a:off x="9488610" y="9420565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464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3" name="object 589">
              <a:extLst>
                <a:ext uri="{FF2B5EF4-FFF2-40B4-BE49-F238E27FC236}">
                  <a16:creationId xmlns:a16="http://schemas.microsoft.com/office/drawing/2014/main" id="{989AB700-7618-48AB-59DF-6C1D93D432CB}"/>
                </a:ext>
              </a:extLst>
            </p:cNvPr>
            <p:cNvSpPr/>
            <p:nvPr/>
          </p:nvSpPr>
          <p:spPr>
            <a:xfrm>
              <a:off x="9488610" y="9652611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464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4" name="object 590">
              <a:extLst>
                <a:ext uri="{FF2B5EF4-FFF2-40B4-BE49-F238E27FC236}">
                  <a16:creationId xmlns:a16="http://schemas.microsoft.com/office/drawing/2014/main" id="{88AD6E62-853A-C3A1-B463-F33F7E75CFEF}"/>
                </a:ext>
              </a:extLst>
            </p:cNvPr>
            <p:cNvSpPr/>
            <p:nvPr/>
          </p:nvSpPr>
          <p:spPr>
            <a:xfrm>
              <a:off x="9488610" y="10000523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464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5" name="object 591">
              <a:extLst>
                <a:ext uri="{FF2B5EF4-FFF2-40B4-BE49-F238E27FC236}">
                  <a16:creationId xmlns:a16="http://schemas.microsoft.com/office/drawing/2014/main" id="{26E454DF-EDE7-65A8-5973-FAD87AF74369}"/>
                </a:ext>
              </a:extLst>
            </p:cNvPr>
            <p:cNvSpPr/>
            <p:nvPr/>
          </p:nvSpPr>
          <p:spPr>
            <a:xfrm>
              <a:off x="9488610" y="10232569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464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6" name="object 592">
              <a:extLst>
                <a:ext uri="{FF2B5EF4-FFF2-40B4-BE49-F238E27FC236}">
                  <a16:creationId xmlns:a16="http://schemas.microsoft.com/office/drawing/2014/main" id="{69A889D0-DC24-FB68-CA53-6FF2917E0317}"/>
                </a:ext>
              </a:extLst>
            </p:cNvPr>
            <p:cNvSpPr/>
            <p:nvPr/>
          </p:nvSpPr>
          <p:spPr>
            <a:xfrm>
              <a:off x="9488610" y="10418112"/>
              <a:ext cx="0" cy="0"/>
            </a:xfrm>
            <a:custGeom>
              <a:avLst/>
              <a:gdLst/>
              <a:ahLst/>
              <a:cxnLst/>
              <a:rect l="l" t="t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4649">
              <a:solidFill>
                <a:srgbClr val="D4D4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7" name="object 593">
              <a:extLst>
                <a:ext uri="{FF2B5EF4-FFF2-40B4-BE49-F238E27FC236}">
                  <a16:creationId xmlns:a16="http://schemas.microsoft.com/office/drawing/2014/main" id="{AC24B6A1-8410-7DC1-4F07-4A3B183BDB61}"/>
                </a:ext>
              </a:extLst>
            </p:cNvPr>
            <p:cNvSpPr/>
            <p:nvPr/>
          </p:nvSpPr>
          <p:spPr>
            <a:xfrm>
              <a:off x="9476947" y="5873779"/>
              <a:ext cx="9525" cy="4547235"/>
            </a:xfrm>
            <a:custGeom>
              <a:avLst/>
              <a:gdLst/>
              <a:ahLst/>
              <a:cxnLst/>
              <a:rect l="l" t="t" r="r" b="b"/>
              <a:pathLst>
                <a:path w="9525" h="4547234">
                  <a:moveTo>
                    <a:pt x="9308" y="0"/>
                  </a:moveTo>
                  <a:lnTo>
                    <a:pt x="0" y="0"/>
                  </a:lnTo>
                  <a:lnTo>
                    <a:pt x="0" y="4546636"/>
                  </a:lnTo>
                  <a:lnTo>
                    <a:pt x="9308" y="4546636"/>
                  </a:lnTo>
                  <a:lnTo>
                    <a:pt x="9308" y="0"/>
                  </a:lnTo>
                  <a:close/>
                </a:path>
              </a:pathLst>
            </a:custGeom>
            <a:solidFill>
              <a:srgbClr val="0000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8" name="object 594">
              <a:extLst>
                <a:ext uri="{FF2B5EF4-FFF2-40B4-BE49-F238E27FC236}">
                  <a16:creationId xmlns:a16="http://schemas.microsoft.com/office/drawing/2014/main" id="{436F7477-E278-7A4E-2502-581057F2659E}"/>
                </a:ext>
              </a:extLst>
            </p:cNvPr>
            <p:cNvSpPr/>
            <p:nvPr/>
          </p:nvSpPr>
          <p:spPr>
            <a:xfrm>
              <a:off x="1165974" y="8764168"/>
              <a:ext cx="8306434" cy="0"/>
            </a:xfrm>
            <a:custGeom>
              <a:avLst/>
              <a:gdLst/>
              <a:ahLst/>
              <a:cxnLst/>
              <a:rect l="l" t="t" r="r" b="b"/>
              <a:pathLst>
                <a:path w="8306434">
                  <a:moveTo>
                    <a:pt x="0" y="0"/>
                  </a:moveTo>
                  <a:lnTo>
                    <a:pt x="8306323" y="0"/>
                  </a:lnTo>
                </a:path>
              </a:pathLst>
            </a:custGeom>
            <a:ln w="9266">
              <a:solidFill>
                <a:srgbClr val="0000D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9" name="object 595">
              <a:extLst>
                <a:ext uri="{FF2B5EF4-FFF2-40B4-BE49-F238E27FC236}">
                  <a16:creationId xmlns:a16="http://schemas.microsoft.com/office/drawing/2014/main" id="{7A73CE82-3B3C-8971-C4CE-CBAA866A22F4}"/>
                </a:ext>
              </a:extLst>
            </p:cNvPr>
            <p:cNvSpPr/>
            <p:nvPr/>
          </p:nvSpPr>
          <p:spPr>
            <a:xfrm>
              <a:off x="1152750" y="5860586"/>
              <a:ext cx="8342630" cy="4568825"/>
            </a:xfrm>
            <a:custGeom>
              <a:avLst/>
              <a:gdLst/>
              <a:ahLst/>
              <a:cxnLst/>
              <a:rect l="l" t="t" r="r" b="b"/>
              <a:pathLst>
                <a:path w="8342630" h="4568825">
                  <a:moveTo>
                    <a:pt x="0" y="0"/>
                  </a:moveTo>
                  <a:lnTo>
                    <a:pt x="8342081" y="0"/>
                  </a:lnTo>
                  <a:lnTo>
                    <a:pt x="8342081" y="4568415"/>
                  </a:lnTo>
                  <a:lnTo>
                    <a:pt x="0" y="4568415"/>
                  </a:lnTo>
                  <a:lnTo>
                    <a:pt x="0" y="0"/>
                  </a:lnTo>
                  <a:close/>
                </a:path>
              </a:pathLst>
            </a:custGeom>
            <a:ln w="1715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0" name="object 597">
            <a:extLst>
              <a:ext uri="{FF2B5EF4-FFF2-40B4-BE49-F238E27FC236}">
                <a16:creationId xmlns:a16="http://schemas.microsoft.com/office/drawing/2014/main" id="{5B947EFD-9971-49A8-1391-DC693B7AE0C1}"/>
              </a:ext>
            </a:extLst>
          </p:cNvPr>
          <p:cNvSpPr txBox="1"/>
          <p:nvPr/>
        </p:nvSpPr>
        <p:spPr>
          <a:xfrm>
            <a:off x="11336441" y="4473524"/>
            <a:ext cx="7662891" cy="128349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650" b="1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Atenção:</a:t>
            </a:r>
            <a:endParaRPr sz="2650" dirty="0">
              <a:latin typeface="Poppins" pitchFamily="2" charset="77"/>
              <a:cs typeface="Poppins" pitchFamily="2" charset="77"/>
            </a:endParaRPr>
          </a:p>
          <a:p>
            <a:pPr marL="83820" marR="5080">
              <a:lnSpc>
                <a:spcPct val="120700"/>
              </a:lnSpc>
              <a:spcBef>
                <a:spcPts val="1270"/>
              </a:spcBef>
            </a:pPr>
            <a:r>
              <a:rPr sz="1900" spc="1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A</a:t>
            </a:r>
            <a:r>
              <a:rPr sz="1900" spc="-11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6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planilha</a:t>
            </a:r>
            <a:r>
              <a:rPr sz="1900" spc="-10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114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é</a:t>
            </a:r>
            <a:r>
              <a:rPr sz="1900" spc="-10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4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orientativa,</a:t>
            </a:r>
            <a:r>
              <a:rPr sz="1900" spc="-10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5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ou</a:t>
            </a:r>
            <a:r>
              <a:rPr sz="1900" spc="-10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3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seja,</a:t>
            </a:r>
            <a:r>
              <a:rPr sz="1900" spc="-10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8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escopo</a:t>
            </a:r>
            <a:r>
              <a:rPr sz="1900" spc="-10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114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e</a:t>
            </a:r>
            <a:r>
              <a:rPr sz="1900" spc="-10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9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quantidades </a:t>
            </a:r>
            <a:r>
              <a:rPr sz="1900" spc="-59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13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devem</a:t>
            </a:r>
            <a:r>
              <a:rPr sz="1900" spc="-12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4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ser</a:t>
            </a:r>
            <a:r>
              <a:rPr sz="1900" spc="-12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7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verificadas</a:t>
            </a:r>
            <a:r>
              <a:rPr sz="1900" spc="-12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114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e</a:t>
            </a:r>
            <a:r>
              <a:rPr sz="1900" spc="-12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7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ratificadas</a:t>
            </a:r>
            <a:r>
              <a:rPr sz="1900" spc="-12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9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pelas</a:t>
            </a:r>
            <a:r>
              <a:rPr sz="1900" spc="-12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4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Proponentes.</a:t>
            </a:r>
            <a:endParaRPr sz="19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91" name="object 598">
            <a:extLst>
              <a:ext uri="{FF2B5EF4-FFF2-40B4-BE49-F238E27FC236}">
                <a16:creationId xmlns:a16="http://schemas.microsoft.com/office/drawing/2014/main" id="{A93F3C00-DA2A-D945-A46C-DCA13B5C3343}"/>
              </a:ext>
            </a:extLst>
          </p:cNvPr>
          <p:cNvSpPr txBox="1"/>
          <p:nvPr/>
        </p:nvSpPr>
        <p:spPr>
          <a:xfrm>
            <a:off x="11407907" y="6091572"/>
            <a:ext cx="7591425" cy="1074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0700"/>
              </a:lnSpc>
              <a:spcBef>
                <a:spcPts val="95"/>
              </a:spcBef>
            </a:pPr>
            <a:r>
              <a:rPr sz="1900" spc="8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Não</a:t>
            </a:r>
            <a:r>
              <a:rPr sz="1900" spc="-11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114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é</a:t>
            </a:r>
            <a:r>
              <a:rPr sz="1900" spc="-10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4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permitido</a:t>
            </a:r>
            <a:r>
              <a:rPr sz="1900" spc="-10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7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qualquer</a:t>
            </a:r>
            <a:r>
              <a:rPr sz="1900" spc="-10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2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tipo</a:t>
            </a:r>
            <a:r>
              <a:rPr sz="1900" spc="-11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10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de</a:t>
            </a:r>
            <a:r>
              <a:rPr sz="1900" spc="-10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10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alteração</a:t>
            </a:r>
            <a:r>
              <a:rPr sz="1900" spc="-10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15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na</a:t>
            </a:r>
            <a:r>
              <a:rPr sz="1900" spc="-10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4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planilha,</a:t>
            </a:r>
            <a:r>
              <a:rPr sz="1900" spc="-11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8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todas </a:t>
            </a:r>
            <a:r>
              <a:rPr sz="1900" spc="-58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114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e </a:t>
            </a:r>
            <a:r>
              <a:rPr sz="1900" spc="6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quaisquer </a:t>
            </a:r>
            <a:r>
              <a:rPr sz="1900" spc="7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divergências </a:t>
            </a:r>
            <a:r>
              <a:rPr sz="1900" spc="10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de </a:t>
            </a:r>
            <a:r>
              <a:rPr sz="1900" spc="8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escopo </a:t>
            </a:r>
            <a:r>
              <a:rPr sz="1900" spc="114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e </a:t>
            </a:r>
            <a:r>
              <a:rPr sz="1900" spc="9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quantidades </a:t>
            </a:r>
            <a:r>
              <a:rPr sz="1900" spc="9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deverão </a:t>
            </a:r>
            <a:r>
              <a:rPr sz="1900" spc="-59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7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estar</a:t>
            </a:r>
            <a:r>
              <a:rPr sz="1900" spc="-11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114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destacado</a:t>
            </a:r>
            <a:r>
              <a:rPr sz="1900" spc="-11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5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no</a:t>
            </a:r>
            <a:r>
              <a:rPr sz="1900" spc="-11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6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item</a:t>
            </a:r>
            <a:r>
              <a:rPr sz="1900" spc="-11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5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omissos</a:t>
            </a:r>
            <a:r>
              <a:rPr sz="1900" spc="-11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16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da</a:t>
            </a:r>
            <a:r>
              <a:rPr sz="1900" spc="-11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11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mesma.</a:t>
            </a:r>
            <a:endParaRPr sz="19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92" name="object 599">
            <a:extLst>
              <a:ext uri="{FF2B5EF4-FFF2-40B4-BE49-F238E27FC236}">
                <a16:creationId xmlns:a16="http://schemas.microsoft.com/office/drawing/2014/main" id="{DE2210FE-B337-3859-0AF7-FC8B9AAB82AB}"/>
              </a:ext>
            </a:extLst>
          </p:cNvPr>
          <p:cNvSpPr txBox="1"/>
          <p:nvPr/>
        </p:nvSpPr>
        <p:spPr>
          <a:xfrm>
            <a:off x="11407907" y="7489878"/>
            <a:ext cx="6989445" cy="14121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0700"/>
              </a:lnSpc>
              <a:spcBef>
                <a:spcPts val="95"/>
              </a:spcBef>
            </a:pPr>
            <a:r>
              <a:rPr sz="1900" spc="1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O</a:t>
            </a:r>
            <a:r>
              <a:rPr sz="1900" spc="-11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7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preenchimento</a:t>
            </a:r>
            <a:r>
              <a:rPr sz="1900" spc="-10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5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ou</a:t>
            </a:r>
            <a:r>
              <a:rPr sz="1900" spc="-10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114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não</a:t>
            </a:r>
            <a:r>
              <a:rPr sz="1900" spc="-11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7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do</a:t>
            </a:r>
            <a:r>
              <a:rPr sz="1900" spc="-10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15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campo</a:t>
            </a:r>
            <a:r>
              <a:rPr sz="1900" spc="-10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7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destinado</a:t>
            </a:r>
            <a:r>
              <a:rPr sz="1900" spc="-10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24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a</a:t>
            </a:r>
            <a:r>
              <a:rPr sz="1900" spc="-11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5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serviços </a:t>
            </a:r>
            <a:r>
              <a:rPr sz="1900" spc="-58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5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omissos</a:t>
            </a:r>
            <a:r>
              <a:rPr sz="1900" spc="-11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15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na</a:t>
            </a:r>
            <a:r>
              <a:rPr sz="1900" spc="-11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6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Planilha</a:t>
            </a:r>
            <a:r>
              <a:rPr sz="1900" spc="-11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10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de</a:t>
            </a:r>
            <a:r>
              <a:rPr sz="1900" spc="-11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6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Serviços</a:t>
            </a:r>
            <a:r>
              <a:rPr sz="1900" spc="-11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114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e</a:t>
            </a:r>
            <a:r>
              <a:rPr sz="1900" spc="-11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6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Materiais</a:t>
            </a:r>
            <a:r>
              <a:rPr sz="1900" spc="-11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114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não</a:t>
            </a:r>
            <a:r>
              <a:rPr sz="1900" spc="-11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5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limita</a:t>
            </a:r>
            <a:r>
              <a:rPr sz="1900" spc="-11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4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o </a:t>
            </a:r>
            <a:r>
              <a:rPr sz="1900" spc="5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8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escopo</a:t>
            </a:r>
            <a:r>
              <a:rPr sz="1900" spc="-11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114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e</a:t>
            </a:r>
            <a:r>
              <a:rPr sz="1900" spc="-10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11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abrangência</a:t>
            </a:r>
            <a:r>
              <a:rPr sz="1900" spc="-11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10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de</a:t>
            </a:r>
            <a:r>
              <a:rPr sz="1900" spc="-10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5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fornecimento</a:t>
            </a:r>
            <a:r>
              <a:rPr sz="1900" spc="-10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16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da</a:t>
            </a:r>
            <a:r>
              <a:rPr sz="1900" spc="-11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sz="1900" spc="35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Proponente.</a:t>
            </a:r>
            <a:endParaRPr sz="1900" dirty="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593" name="object 600">
            <a:extLst>
              <a:ext uri="{FF2B5EF4-FFF2-40B4-BE49-F238E27FC236}">
                <a16:creationId xmlns:a16="http://schemas.microsoft.com/office/drawing/2014/main" id="{A348EFDE-ADD6-8131-F46A-47769FA9A070}"/>
              </a:ext>
            </a:extLst>
          </p:cNvPr>
          <p:cNvSpPr txBox="1"/>
          <p:nvPr/>
        </p:nvSpPr>
        <p:spPr>
          <a:xfrm>
            <a:off x="11407907" y="2160170"/>
            <a:ext cx="6901815" cy="1377108"/>
          </a:xfrm>
          <a:prstGeom prst="rect">
            <a:avLst/>
          </a:prstGeom>
        </p:spPr>
        <p:txBody>
          <a:bodyPr vert="horz" wrap="square" lIns="0" tIns="198120" rIns="0" bIns="0" rtlCol="0">
            <a:spAutoFit/>
          </a:bodyPr>
          <a:lstStyle/>
          <a:p>
            <a:pPr marL="22860">
              <a:lnSpc>
                <a:spcPct val="100000"/>
              </a:lnSpc>
              <a:spcBef>
                <a:spcPts val="1560"/>
              </a:spcBef>
            </a:pPr>
            <a:r>
              <a:rPr sz="2650" b="1" dirty="0">
                <a:solidFill>
                  <a:srgbClr val="9B1006"/>
                </a:solidFill>
                <a:latin typeface="Poppins" pitchFamily="2" charset="77"/>
                <a:cs typeface="Poppins" pitchFamily="2" charset="77"/>
              </a:rPr>
              <a:t>O QUE É:</a:t>
            </a:r>
            <a:endParaRPr sz="2650" dirty="0">
              <a:latin typeface="Poppins" pitchFamily="2" charset="77"/>
              <a:cs typeface="Poppins" pitchFamily="2" charset="77"/>
            </a:endParaRPr>
          </a:p>
          <a:p>
            <a:pPr marL="12700" marR="5080">
              <a:lnSpc>
                <a:spcPct val="120700"/>
              </a:lnSpc>
              <a:spcBef>
                <a:spcPts val="575"/>
              </a:spcBef>
            </a:pPr>
            <a:r>
              <a:rPr sz="190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planilha com todos os serviços e materiais levantados e  quantificados para preenchimento das proponentes</a:t>
            </a:r>
            <a:r>
              <a:rPr sz="1900" spc="40" dirty="0">
                <a:solidFill>
                  <a:srgbClr val="565555"/>
                </a:solidFill>
                <a:latin typeface="Lucida Sans Unicode"/>
                <a:cs typeface="Lucida Sans Unicode"/>
              </a:rPr>
              <a:t>.</a:t>
            </a:r>
            <a:endParaRPr sz="1900" dirty="0">
              <a:latin typeface="Lucida Sans Unicode"/>
              <a:cs typeface="Lucida Sans Unicode"/>
            </a:endParaRPr>
          </a:p>
        </p:txBody>
      </p:sp>
    </p:spTree>
    <p:extLst>
      <p:ext uri="{BB962C8B-B14F-4D97-AF65-F5344CB8AC3E}">
        <p14:creationId xmlns:p14="http://schemas.microsoft.com/office/powerpoint/2010/main" val="28632456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1">
            <a:extLst>
              <a:ext uri="{FF2B5EF4-FFF2-40B4-BE49-F238E27FC236}">
                <a16:creationId xmlns:a16="http://schemas.microsoft.com/office/drawing/2014/main" id="{139C32FB-DB77-D52D-A7D6-414A0413C480}"/>
              </a:ext>
            </a:extLst>
          </p:cNvPr>
          <p:cNvSpPr/>
          <p:nvPr/>
        </p:nvSpPr>
        <p:spPr>
          <a:xfrm>
            <a:off x="1767893" y="10468075"/>
            <a:ext cx="16506825" cy="840740"/>
          </a:xfrm>
          <a:custGeom>
            <a:avLst/>
            <a:gdLst/>
            <a:ahLst/>
            <a:cxnLst/>
            <a:rect l="l" t="t" r="r" b="b"/>
            <a:pathLst>
              <a:path w="16506825" h="840740">
                <a:moveTo>
                  <a:pt x="15863171" y="0"/>
                </a:moveTo>
                <a:lnTo>
                  <a:pt x="643425" y="0"/>
                </a:lnTo>
                <a:lnTo>
                  <a:pt x="595405" y="1764"/>
                </a:lnTo>
                <a:lnTo>
                  <a:pt x="548345" y="6976"/>
                </a:lnTo>
                <a:lnTo>
                  <a:pt x="502367" y="15509"/>
                </a:lnTo>
                <a:lnTo>
                  <a:pt x="457596" y="27241"/>
                </a:lnTo>
                <a:lnTo>
                  <a:pt x="414157" y="42046"/>
                </a:lnTo>
                <a:lnTo>
                  <a:pt x="372174" y="59800"/>
                </a:lnTo>
                <a:lnTo>
                  <a:pt x="331772" y="80379"/>
                </a:lnTo>
                <a:lnTo>
                  <a:pt x="293074" y="103658"/>
                </a:lnTo>
                <a:lnTo>
                  <a:pt x="256206" y="129512"/>
                </a:lnTo>
                <a:lnTo>
                  <a:pt x="221292" y="157819"/>
                </a:lnTo>
                <a:lnTo>
                  <a:pt x="188455" y="188452"/>
                </a:lnTo>
                <a:lnTo>
                  <a:pt x="157822" y="221288"/>
                </a:lnTo>
                <a:lnTo>
                  <a:pt x="129515" y="256202"/>
                </a:lnTo>
                <a:lnTo>
                  <a:pt x="103660" y="293070"/>
                </a:lnTo>
                <a:lnTo>
                  <a:pt x="80380" y="331768"/>
                </a:lnTo>
                <a:lnTo>
                  <a:pt x="59801" y="372170"/>
                </a:lnTo>
                <a:lnTo>
                  <a:pt x="42047" y="414153"/>
                </a:lnTo>
                <a:lnTo>
                  <a:pt x="27241" y="457593"/>
                </a:lnTo>
                <a:lnTo>
                  <a:pt x="15510" y="502364"/>
                </a:lnTo>
                <a:lnTo>
                  <a:pt x="6976" y="548343"/>
                </a:lnTo>
                <a:lnTo>
                  <a:pt x="1764" y="595404"/>
                </a:lnTo>
                <a:lnTo>
                  <a:pt x="0" y="643414"/>
                </a:lnTo>
                <a:lnTo>
                  <a:pt x="8" y="840480"/>
                </a:lnTo>
                <a:lnTo>
                  <a:pt x="16506596" y="840480"/>
                </a:lnTo>
                <a:lnTo>
                  <a:pt x="16506596" y="643414"/>
                </a:lnTo>
                <a:lnTo>
                  <a:pt x="16504831" y="595395"/>
                </a:lnTo>
                <a:lnTo>
                  <a:pt x="16499620" y="548335"/>
                </a:lnTo>
                <a:lnTo>
                  <a:pt x="16491086" y="502357"/>
                </a:lnTo>
                <a:lnTo>
                  <a:pt x="16479354" y="457587"/>
                </a:lnTo>
                <a:lnTo>
                  <a:pt x="16464548" y="414148"/>
                </a:lnTo>
                <a:lnTo>
                  <a:pt x="16446794" y="372166"/>
                </a:lnTo>
                <a:lnTo>
                  <a:pt x="16426215" y="331764"/>
                </a:lnTo>
                <a:lnTo>
                  <a:pt x="16402935" y="293067"/>
                </a:lnTo>
                <a:lnTo>
                  <a:pt x="16377080" y="256200"/>
                </a:lnTo>
                <a:lnTo>
                  <a:pt x="16348773" y="221286"/>
                </a:lnTo>
                <a:lnTo>
                  <a:pt x="16318140" y="188451"/>
                </a:lnTo>
                <a:lnTo>
                  <a:pt x="16285303" y="157818"/>
                </a:lnTo>
                <a:lnTo>
                  <a:pt x="16250389" y="129512"/>
                </a:lnTo>
                <a:lnTo>
                  <a:pt x="16213521" y="103657"/>
                </a:lnTo>
                <a:lnTo>
                  <a:pt x="16174823" y="80378"/>
                </a:lnTo>
                <a:lnTo>
                  <a:pt x="16134421" y="59800"/>
                </a:lnTo>
                <a:lnTo>
                  <a:pt x="16092438" y="42046"/>
                </a:lnTo>
                <a:lnTo>
                  <a:pt x="16048999" y="27241"/>
                </a:lnTo>
                <a:lnTo>
                  <a:pt x="16004228" y="15509"/>
                </a:lnTo>
                <a:lnTo>
                  <a:pt x="15958250" y="6976"/>
                </a:lnTo>
                <a:lnTo>
                  <a:pt x="15911190" y="1764"/>
                </a:lnTo>
                <a:lnTo>
                  <a:pt x="15863171" y="0"/>
                </a:lnTo>
                <a:close/>
              </a:path>
            </a:pathLst>
          </a:custGeom>
          <a:solidFill>
            <a:srgbClr val="9B100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42">
            <a:extLst>
              <a:ext uri="{FF2B5EF4-FFF2-40B4-BE49-F238E27FC236}">
                <a16:creationId xmlns:a16="http://schemas.microsoft.com/office/drawing/2014/main" id="{F960BD0B-1281-777E-43D9-DC79E4617E49}"/>
              </a:ext>
            </a:extLst>
          </p:cNvPr>
          <p:cNvSpPr txBox="1"/>
          <p:nvPr/>
        </p:nvSpPr>
        <p:spPr>
          <a:xfrm>
            <a:off x="5508028" y="9970760"/>
            <a:ext cx="9024620" cy="10163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00" dirty="0">
                <a:solidFill>
                  <a:srgbClr val="565555"/>
                </a:solidFill>
                <a:latin typeface="Poppins" pitchFamily="2" charset="77"/>
                <a:cs typeface="Poppins" pitchFamily="2" charset="77"/>
              </a:rPr>
              <a:t>Rua Desembargador Motta, 1499 - CJ 308 - Batel, Curitiba - PR,</a:t>
            </a:r>
            <a:endParaRPr sz="2200" dirty="0">
              <a:latin typeface="Poppins" pitchFamily="2" charset="77"/>
              <a:cs typeface="Poppins" pitchFamily="2" charset="77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100" dirty="0">
              <a:latin typeface="Lucida Sans Unicode"/>
              <a:cs typeface="Lucida Sans Unicode"/>
            </a:endParaRPr>
          </a:p>
          <a:p>
            <a:pPr marR="247650" algn="ctr">
              <a:lnSpc>
                <a:spcPct val="100000"/>
              </a:lnSpc>
            </a:pPr>
            <a:r>
              <a:rPr sz="2200" spc="70" dirty="0">
                <a:solidFill>
                  <a:schemeClr val="bg1"/>
                </a:solidFill>
                <a:latin typeface="Poppins" pitchFamily="2" charset="77"/>
                <a:cs typeface="Poppins" pitchFamily="2" charset="7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www.stecla.com.br</a:t>
            </a:r>
            <a:endParaRPr sz="22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9E7AB64-CC82-5CC5-182B-F3071EAACD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13" t="34774" r="18301" b="29652"/>
          <a:stretch/>
        </p:blipFill>
        <p:spPr>
          <a:xfrm>
            <a:off x="6165850" y="4653662"/>
            <a:ext cx="7393337" cy="2002026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55DF9109-F8F0-445F-8D8D-12F489E5EC00}"/>
              </a:ext>
            </a:extLst>
          </p:cNvPr>
          <p:cNvSpPr/>
          <p:nvPr/>
        </p:nvSpPr>
        <p:spPr>
          <a:xfrm>
            <a:off x="7800684" y="7836170"/>
            <a:ext cx="450273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dirty="0">
                <a:solidFill>
                  <a:srgbClr val="555454"/>
                </a:solidFill>
                <a:latin typeface="Poppins" panose="020B0604020202020204" charset="0"/>
                <a:cs typeface="Poppins" panose="020B0604020202020204" charset="0"/>
              </a:rPr>
              <a:t>Eng.° Marcos Furukawa</a:t>
            </a:r>
          </a:p>
          <a:p>
            <a:r>
              <a:rPr lang="pt-BR" sz="2800" dirty="0">
                <a:solidFill>
                  <a:srgbClr val="555454"/>
                </a:solidFill>
                <a:latin typeface="Poppins" panose="020B0604020202020204" charset="0"/>
                <a:cs typeface="Poppins" panose="020B0604020202020204" charset="0"/>
              </a:rPr>
              <a:t>Coordenador de Obras</a:t>
            </a:r>
          </a:p>
        </p:txBody>
      </p:sp>
    </p:spTree>
    <p:extLst>
      <p:ext uri="{BB962C8B-B14F-4D97-AF65-F5344CB8AC3E}">
        <p14:creationId xmlns:p14="http://schemas.microsoft.com/office/powerpoint/2010/main" val="2732625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A144F2B6B32E24B8B3639EECFB158AD" ma:contentTypeVersion="13" ma:contentTypeDescription="Crie um novo documento." ma:contentTypeScope="" ma:versionID="e3ca4e51b0f55f7499a20152c0bd0e30">
  <xsd:schema xmlns:xsd="http://www.w3.org/2001/XMLSchema" xmlns:xs="http://www.w3.org/2001/XMLSchema" xmlns:p="http://schemas.microsoft.com/office/2006/metadata/properties" xmlns:ns2="2c6036da-e064-4c25-badd-9c9a3b07e274" xmlns:ns3="b6422883-334d-4f41-9d6c-7cd48b843c9c" targetNamespace="http://schemas.microsoft.com/office/2006/metadata/properties" ma:root="true" ma:fieldsID="498fbdf399ca58964127c8e2d34e0dc1" ns2:_="" ns3:_="">
    <xsd:import namespace="2c6036da-e064-4c25-badd-9c9a3b07e274"/>
    <xsd:import namespace="b6422883-334d-4f41-9d6c-7cd48b843c9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6036da-e064-4c25-badd-9c9a3b07e2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158963ce-2ca5-4523-be1f-5ecf4e027d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422883-334d-4f41-9d6c-7cd48b843c9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e3dc2cb-1290-4916-bfcf-5d5875222f07}" ma:internalName="TaxCatchAll" ma:showField="CatchAllData" ma:web="b6422883-334d-4f41-9d6c-7cd48b843c9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c6036da-e064-4c25-badd-9c9a3b07e274">
      <Terms xmlns="http://schemas.microsoft.com/office/infopath/2007/PartnerControls"/>
    </lcf76f155ced4ddcb4097134ff3c332f>
    <TaxCatchAll xmlns="b6422883-334d-4f41-9d6c-7cd48b843c9c" xsi:nil="true"/>
  </documentManagement>
</p:properties>
</file>

<file path=customXml/itemProps1.xml><?xml version="1.0" encoding="utf-8"?>
<ds:datastoreItem xmlns:ds="http://schemas.openxmlformats.org/officeDocument/2006/customXml" ds:itemID="{4AF5F904-D7E0-446F-A4A3-058800FB69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6036da-e064-4c25-badd-9c9a3b07e274"/>
    <ds:schemaRef ds:uri="b6422883-334d-4f41-9d6c-7cd48b843c9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A33615F-9F1C-43E7-9C80-7218B66769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0196439-A975-41FC-9834-96F8A5A91DFD}">
  <ds:schemaRefs>
    <ds:schemaRef ds:uri="http://schemas.microsoft.com/office/2006/metadata/properties"/>
    <ds:schemaRef ds:uri="http://schemas.microsoft.com/office/infopath/2007/PartnerControls"/>
    <ds:schemaRef ds:uri="2c6036da-e064-4c25-badd-9c9a3b07e274"/>
    <ds:schemaRef ds:uri="b6422883-334d-4f41-9d6c-7cd48b843c9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</TotalTime>
  <Words>3085</Words>
  <Application>Microsoft Office PowerPoint</Application>
  <PresentationFormat>Personalizar</PresentationFormat>
  <Paragraphs>395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Poppins</vt:lpstr>
      <vt:lpstr>Lucida Sans Unicode</vt:lpstr>
      <vt:lpstr>Arial</vt:lpstr>
      <vt:lpstr>Calibri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Stecla_templateppt_v2</dc:title>
  <dc:creator>Usuario</dc:creator>
  <cp:lastModifiedBy>Claudio Wajdowicz</cp:lastModifiedBy>
  <cp:revision>35</cp:revision>
  <dcterms:created xsi:type="dcterms:W3CDTF">2022-11-01T17:30:40Z</dcterms:created>
  <dcterms:modified xsi:type="dcterms:W3CDTF">2022-11-21T19:06:26Z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2022-10-31T00:00:00Z</vt:filetime>
  </property>
  <property fmtid="{D5CDD505-2E9C-101B-9397-08002B2CF9AE}" pid="3" name="Creator">
    <vt:lpwstr>Adobe Illustrator 24.3 (Macintosh)</vt:lpwstr>
  </property>
  <property fmtid="{D5CDD505-2E9C-101B-9397-08002B2CF9AE}" pid="4" name="LastSaved">
    <vt:filetime>2022-11-01T00:00:00Z</vt:filetime>
  </property>
  <property fmtid="{D5CDD505-2E9C-101B-9397-08002B2CF9AE}" pid="5" name="ContentTypeId">
    <vt:lpwstr>0x0101000A144F2B6B32E24B8B3639EECFB158AD</vt:lpwstr>
  </property>
</Properties>
</file>